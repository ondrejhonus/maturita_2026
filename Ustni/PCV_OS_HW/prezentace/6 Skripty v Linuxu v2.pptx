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4" r:id="rId11"/>
    <p:sldId id="265" r:id="rId12"/>
    <p:sldId id="266" r:id="rId13"/>
    <p:sldId id="263" r:id="rId14"/>
    <p:sldId id="262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004E4A-4A8B-DD1F-FF94-5AF63A4205A5}" v="1" dt="2024-11-26T07:23:58.247"/>
    <p1510:client id="{5C154CB1-9F21-6AAE-F767-2814562A4B7F}" v="4" dt="2024-11-26T07:29:09.803"/>
    <p1510:client id="{70D794B8-4EB9-8F31-7E0A-37B40FF4338F}" v="2" dt="2024-11-26T07:18:32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31004E4A-4A8B-DD1F-FF94-5AF63A4205A5}"/>
    <pc:docChg chg="modSld">
      <pc:chgData name="" userId="" providerId="" clId="Web-{31004E4A-4A8B-DD1F-FF94-5AF63A4205A5}" dt="2024-11-26T07:23:58.247" v="1" actId="20577"/>
      <pc:docMkLst>
        <pc:docMk/>
      </pc:docMkLst>
      <pc:sldChg chg="modSp">
        <pc:chgData name="" userId="" providerId="" clId="Web-{31004E4A-4A8B-DD1F-FF94-5AF63A4205A5}" dt="2024-11-26T07:18:21.301" v="0" actId="1076"/>
        <pc:sldMkLst>
          <pc:docMk/>
          <pc:sldMk cId="3059135521" sldId="261"/>
        </pc:sldMkLst>
        <pc:graphicFrameChg chg="mod">
          <ac:chgData name="" userId="" providerId="" clId="Web-{31004E4A-4A8B-DD1F-FF94-5AF63A4205A5}" dt="2024-11-26T07:18:21.301" v="0" actId="1076"/>
          <ac:graphicFrameMkLst>
            <pc:docMk/>
            <pc:sldMk cId="3059135521" sldId="261"/>
            <ac:graphicFrameMk id="78" creationId="{3B6811D6-6964-7D08-C9C2-2B4922D393F3}"/>
          </ac:graphicFrameMkLst>
        </pc:graphicFrameChg>
      </pc:sldChg>
      <pc:sldChg chg="modSp">
        <pc:chgData name="" userId="" providerId="" clId="Web-{31004E4A-4A8B-DD1F-FF94-5AF63A4205A5}" dt="2024-11-26T07:23:58.247" v="1" actId="20577"/>
        <pc:sldMkLst>
          <pc:docMk/>
          <pc:sldMk cId="2144830306" sldId="266"/>
        </pc:sldMkLst>
        <pc:spChg chg="mod">
          <ac:chgData name="" userId="" providerId="" clId="Web-{31004E4A-4A8B-DD1F-FF94-5AF63A4205A5}" dt="2024-11-26T07:23:58.247" v="1" actId="20577"/>
          <ac:spMkLst>
            <pc:docMk/>
            <pc:sldMk cId="2144830306" sldId="266"/>
            <ac:spMk id="2" creationId="{B64606AB-9EC1-6FD1-E534-C6B9F13536B3}"/>
          </ac:spMkLst>
        </pc:spChg>
      </pc:sldChg>
    </pc:docChg>
  </pc:docChgLst>
  <pc:docChgLst>
    <pc:chgData name="Jáchym Václav Hanke" userId="S::it2107@sspu-opava.cz::695da76b-694e-40dc-a205-526092e081bd" providerId="AD" clId="Web-{70D794B8-4EB9-8F31-7E0A-37B40FF4338F}"/>
    <pc:docChg chg="addSld delSld">
      <pc:chgData name="Jáchym Václav Hanke" userId="S::it2107@sspu-opava.cz::695da76b-694e-40dc-a205-526092e081bd" providerId="AD" clId="Web-{70D794B8-4EB9-8F31-7E0A-37B40FF4338F}" dt="2024-11-26T07:18:32.946" v="1"/>
      <pc:docMkLst>
        <pc:docMk/>
      </pc:docMkLst>
      <pc:sldChg chg="new del">
        <pc:chgData name="Jáchym Václav Hanke" userId="S::it2107@sspu-opava.cz::695da76b-694e-40dc-a205-526092e081bd" providerId="AD" clId="Web-{70D794B8-4EB9-8F31-7E0A-37B40FF4338F}" dt="2024-11-26T07:18:32.946" v="1"/>
        <pc:sldMkLst>
          <pc:docMk/>
          <pc:sldMk cId="3839529032" sldId="267"/>
        </pc:sldMkLst>
      </pc:sldChg>
    </pc:docChg>
  </pc:docChgLst>
  <pc:docChgLst>
    <pc:chgData name="Matyáš Pierník" userId="S::it2119@sspu-opava.cz::59e38ed1-c20a-43ec-8ad5-0e28e77f7087" providerId="AD" clId="Web-{5C154CB1-9F21-6AAE-F767-2814562A4B7F}"/>
    <pc:docChg chg="modSld">
      <pc:chgData name="Matyáš Pierník" userId="S::it2119@sspu-opava.cz::59e38ed1-c20a-43ec-8ad5-0e28e77f7087" providerId="AD" clId="Web-{5C154CB1-9F21-6AAE-F767-2814562A4B7F}" dt="2024-11-26T07:29:09.803" v="2"/>
      <pc:docMkLst>
        <pc:docMk/>
      </pc:docMkLst>
      <pc:sldChg chg="addSp modSp">
        <pc:chgData name="Matyáš Pierník" userId="S::it2119@sspu-opava.cz::59e38ed1-c20a-43ec-8ad5-0e28e77f7087" providerId="AD" clId="Web-{5C154CB1-9F21-6AAE-F767-2814562A4B7F}" dt="2024-11-26T07:29:09.803" v="2"/>
        <pc:sldMkLst>
          <pc:docMk/>
          <pc:sldMk cId="912142703" sldId="263"/>
        </pc:sldMkLst>
        <pc:spChg chg="add mod">
          <ac:chgData name="Matyáš Pierník" userId="S::it2119@sspu-opava.cz::59e38ed1-c20a-43ec-8ad5-0e28e77f7087" providerId="AD" clId="Web-{5C154CB1-9F21-6AAE-F767-2814562A4B7F}" dt="2024-11-26T07:29:09.803" v="2"/>
          <ac:spMkLst>
            <pc:docMk/>
            <pc:sldMk cId="912142703" sldId="263"/>
            <ac:spMk id="3" creationId="{C26DCDAE-6E90-AE96-AF8C-3C9491D9A2C2}"/>
          </ac:spMkLst>
        </pc:spChg>
      </pc:sldChg>
      <pc:sldChg chg="modSp">
        <pc:chgData name="Matyáš Pierník" userId="S::it2119@sspu-opava.cz::59e38ed1-c20a-43ec-8ad5-0e28e77f7087" providerId="AD" clId="Web-{5C154CB1-9F21-6AAE-F767-2814562A4B7F}" dt="2024-11-26T07:20:36.461" v="0" actId="20577"/>
        <pc:sldMkLst>
          <pc:docMk/>
          <pc:sldMk cId="2144830306" sldId="266"/>
        </pc:sldMkLst>
        <pc:spChg chg="mod">
          <ac:chgData name="Matyáš Pierník" userId="S::it2119@sspu-opava.cz::59e38ed1-c20a-43ec-8ad5-0e28e77f7087" providerId="AD" clId="Web-{5C154CB1-9F21-6AAE-F767-2814562A4B7F}" dt="2024-11-26T07:20:36.461" v="0" actId="20577"/>
          <ac:spMkLst>
            <pc:docMk/>
            <pc:sldMk cId="2144830306" sldId="266"/>
            <ac:spMk id="2" creationId="{B64606AB-9EC1-6FD1-E534-C6B9F13536B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60A251-3968-4765-94E7-21989765D1B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6B9724D-3BEA-44BD-8987-FD868577383F}">
      <dgm:prSet/>
      <dgm:spPr/>
      <dgm:t>
        <a:bodyPr/>
        <a:lstStyle/>
        <a:p>
          <a:r>
            <a:rPr lang="cs-CZ"/>
            <a:t>Tyto příkazy využíváme pro filtrování a zpracování textu</a:t>
          </a:r>
          <a:endParaRPr lang="en-US"/>
        </a:p>
      </dgm:t>
    </dgm:pt>
    <dgm:pt modelId="{DD33869C-15E5-48EB-A96F-6295F3E49470}" type="parTrans" cxnId="{8DA70825-1C4E-440B-8A62-18A761731A43}">
      <dgm:prSet/>
      <dgm:spPr/>
      <dgm:t>
        <a:bodyPr/>
        <a:lstStyle/>
        <a:p>
          <a:endParaRPr lang="en-US"/>
        </a:p>
      </dgm:t>
    </dgm:pt>
    <dgm:pt modelId="{E2FF2FFF-1449-41ED-8633-1BE75FC5F940}" type="sibTrans" cxnId="{8DA70825-1C4E-440B-8A62-18A761731A43}">
      <dgm:prSet/>
      <dgm:spPr/>
      <dgm:t>
        <a:bodyPr/>
        <a:lstStyle/>
        <a:p>
          <a:endParaRPr lang="en-US"/>
        </a:p>
      </dgm:t>
    </dgm:pt>
    <dgm:pt modelId="{EC8D6AF0-A6CA-4FE2-AF67-2F2A0FE2B3BB}">
      <dgm:prSet/>
      <dgm:spPr/>
      <dgm:t>
        <a:bodyPr/>
        <a:lstStyle/>
        <a:p>
          <a:r>
            <a:rPr lang="cs-CZ" u="sng"/>
            <a:t>Grep</a:t>
          </a:r>
          <a:r>
            <a:rPr lang="cs-CZ"/>
            <a:t> - používá se k hledání konkrétních vzorů v souboru a k zobrazení všech polí odpovídajících danému vzoru</a:t>
          </a:r>
          <a:endParaRPr lang="en-US"/>
        </a:p>
      </dgm:t>
    </dgm:pt>
    <dgm:pt modelId="{FF252109-3E0C-46D7-8F4C-11509F7CED6C}" type="parTrans" cxnId="{31492246-14AF-4028-A7CB-045DF9B525B4}">
      <dgm:prSet/>
      <dgm:spPr/>
      <dgm:t>
        <a:bodyPr/>
        <a:lstStyle/>
        <a:p>
          <a:endParaRPr lang="en-US"/>
        </a:p>
      </dgm:t>
    </dgm:pt>
    <dgm:pt modelId="{D20A97DF-7F55-4269-B350-EFC2120A21E2}" type="sibTrans" cxnId="{31492246-14AF-4028-A7CB-045DF9B525B4}">
      <dgm:prSet/>
      <dgm:spPr/>
      <dgm:t>
        <a:bodyPr/>
        <a:lstStyle/>
        <a:p>
          <a:endParaRPr lang="en-US"/>
        </a:p>
      </dgm:t>
    </dgm:pt>
    <dgm:pt modelId="{806E32C5-F2C5-46AA-BFCF-E520EE18A41C}">
      <dgm:prSet/>
      <dgm:spPr/>
      <dgm:t>
        <a:bodyPr/>
        <a:lstStyle/>
        <a:p>
          <a:r>
            <a:rPr lang="cs-CZ" u="sng"/>
            <a:t>AWK</a:t>
          </a:r>
          <a:r>
            <a:rPr lang="cs-CZ"/>
            <a:t> - používá se spíše k manipulaci s textem, hledá vzory a pokud je najde, provede námi vybranou akci</a:t>
          </a:r>
          <a:endParaRPr lang="en-US"/>
        </a:p>
      </dgm:t>
    </dgm:pt>
    <dgm:pt modelId="{6C4C1272-ECBC-4BBA-BAD1-194F95CA97A3}" type="parTrans" cxnId="{BE24DB03-709C-44B3-A7D2-49CCA3F5350E}">
      <dgm:prSet/>
      <dgm:spPr/>
      <dgm:t>
        <a:bodyPr/>
        <a:lstStyle/>
        <a:p>
          <a:endParaRPr lang="en-US"/>
        </a:p>
      </dgm:t>
    </dgm:pt>
    <dgm:pt modelId="{7E2053D3-D55C-47CC-B15C-E502397A0ABC}" type="sibTrans" cxnId="{BE24DB03-709C-44B3-A7D2-49CCA3F5350E}">
      <dgm:prSet/>
      <dgm:spPr/>
      <dgm:t>
        <a:bodyPr/>
        <a:lstStyle/>
        <a:p>
          <a:endParaRPr lang="en-US"/>
        </a:p>
      </dgm:t>
    </dgm:pt>
    <dgm:pt modelId="{365C3529-E5ED-409A-897D-A3AC9E546E0D}">
      <dgm:prSet/>
      <dgm:spPr/>
      <dgm:t>
        <a:bodyPr/>
        <a:lstStyle/>
        <a:p>
          <a:r>
            <a:rPr lang="cs-CZ" u="sng"/>
            <a:t>Sed</a:t>
          </a:r>
          <a:r>
            <a:rPr lang="cs-CZ"/>
            <a:t> - zkratka pro streamový editor, provádí různé funkce jako je například hledání, mazání, nahrazení či vkládání, nejčastěji se používá pro nahrazovaní slov bez otevírání souboru</a:t>
          </a:r>
          <a:endParaRPr lang="en-US"/>
        </a:p>
      </dgm:t>
    </dgm:pt>
    <dgm:pt modelId="{E7B371DD-2208-4442-94BF-D89DE3A1974B}" type="parTrans" cxnId="{A7354037-D541-4C01-BE00-8CAA3CD71E3E}">
      <dgm:prSet/>
      <dgm:spPr/>
      <dgm:t>
        <a:bodyPr/>
        <a:lstStyle/>
        <a:p>
          <a:endParaRPr lang="en-US"/>
        </a:p>
      </dgm:t>
    </dgm:pt>
    <dgm:pt modelId="{037F1172-04C2-4845-9C19-D9F39915DDDA}" type="sibTrans" cxnId="{A7354037-D541-4C01-BE00-8CAA3CD71E3E}">
      <dgm:prSet/>
      <dgm:spPr/>
      <dgm:t>
        <a:bodyPr/>
        <a:lstStyle/>
        <a:p>
          <a:endParaRPr lang="en-US"/>
        </a:p>
      </dgm:t>
    </dgm:pt>
    <dgm:pt modelId="{68FC6B93-C34A-41D4-8EB1-F460915CD87E}" type="pres">
      <dgm:prSet presAssocID="{FD60A251-3968-4765-94E7-21989765D1BE}" presName="vert0" presStyleCnt="0">
        <dgm:presLayoutVars>
          <dgm:dir/>
          <dgm:animOne val="branch"/>
          <dgm:animLvl val="lvl"/>
        </dgm:presLayoutVars>
      </dgm:prSet>
      <dgm:spPr/>
    </dgm:pt>
    <dgm:pt modelId="{8C88F12F-2EE5-4A85-95B0-0C2DC2B47C2B}" type="pres">
      <dgm:prSet presAssocID="{36B9724D-3BEA-44BD-8987-FD868577383F}" presName="thickLine" presStyleLbl="alignNode1" presStyleIdx="0" presStyleCnt="4"/>
      <dgm:spPr/>
    </dgm:pt>
    <dgm:pt modelId="{7B9B59FA-F2D9-4B91-9A03-31E0FC6D67ED}" type="pres">
      <dgm:prSet presAssocID="{36B9724D-3BEA-44BD-8987-FD868577383F}" presName="horz1" presStyleCnt="0"/>
      <dgm:spPr/>
    </dgm:pt>
    <dgm:pt modelId="{984712A2-4ED0-47BA-8138-406137189712}" type="pres">
      <dgm:prSet presAssocID="{36B9724D-3BEA-44BD-8987-FD868577383F}" presName="tx1" presStyleLbl="revTx" presStyleIdx="0" presStyleCnt="4"/>
      <dgm:spPr/>
    </dgm:pt>
    <dgm:pt modelId="{0D43A57D-2E9B-4B46-AD7F-025485FA4203}" type="pres">
      <dgm:prSet presAssocID="{36B9724D-3BEA-44BD-8987-FD868577383F}" presName="vert1" presStyleCnt="0"/>
      <dgm:spPr/>
    </dgm:pt>
    <dgm:pt modelId="{A2085AEC-FF64-4B0B-83C2-2D41A0BBCE39}" type="pres">
      <dgm:prSet presAssocID="{EC8D6AF0-A6CA-4FE2-AF67-2F2A0FE2B3BB}" presName="thickLine" presStyleLbl="alignNode1" presStyleIdx="1" presStyleCnt="4"/>
      <dgm:spPr/>
    </dgm:pt>
    <dgm:pt modelId="{DBB97BB0-E537-42A5-88B7-E9B4824BE30F}" type="pres">
      <dgm:prSet presAssocID="{EC8D6AF0-A6CA-4FE2-AF67-2F2A0FE2B3BB}" presName="horz1" presStyleCnt="0"/>
      <dgm:spPr/>
    </dgm:pt>
    <dgm:pt modelId="{CCE62AE3-A0EB-47B9-965C-A3F6C6E2CD5C}" type="pres">
      <dgm:prSet presAssocID="{EC8D6AF0-A6CA-4FE2-AF67-2F2A0FE2B3BB}" presName="tx1" presStyleLbl="revTx" presStyleIdx="1" presStyleCnt="4"/>
      <dgm:spPr/>
    </dgm:pt>
    <dgm:pt modelId="{0951F80E-6069-4171-B8A5-1908B7184E67}" type="pres">
      <dgm:prSet presAssocID="{EC8D6AF0-A6CA-4FE2-AF67-2F2A0FE2B3BB}" presName="vert1" presStyleCnt="0"/>
      <dgm:spPr/>
    </dgm:pt>
    <dgm:pt modelId="{D3C01B6E-AC3E-46FB-BAB6-8B2497CFF99A}" type="pres">
      <dgm:prSet presAssocID="{806E32C5-F2C5-46AA-BFCF-E520EE18A41C}" presName="thickLine" presStyleLbl="alignNode1" presStyleIdx="2" presStyleCnt="4"/>
      <dgm:spPr/>
    </dgm:pt>
    <dgm:pt modelId="{3B4BBD65-74F1-4BC6-AF75-C1CAD6BDD317}" type="pres">
      <dgm:prSet presAssocID="{806E32C5-F2C5-46AA-BFCF-E520EE18A41C}" presName="horz1" presStyleCnt="0"/>
      <dgm:spPr/>
    </dgm:pt>
    <dgm:pt modelId="{FECFA989-66E5-4B54-95F9-404BA00093D6}" type="pres">
      <dgm:prSet presAssocID="{806E32C5-F2C5-46AA-BFCF-E520EE18A41C}" presName="tx1" presStyleLbl="revTx" presStyleIdx="2" presStyleCnt="4"/>
      <dgm:spPr/>
    </dgm:pt>
    <dgm:pt modelId="{7C2B5AB3-5624-44EC-895E-9F2CFB218E07}" type="pres">
      <dgm:prSet presAssocID="{806E32C5-F2C5-46AA-BFCF-E520EE18A41C}" presName="vert1" presStyleCnt="0"/>
      <dgm:spPr/>
    </dgm:pt>
    <dgm:pt modelId="{0F6FDFF8-E620-43EF-BF24-F7375809B557}" type="pres">
      <dgm:prSet presAssocID="{365C3529-E5ED-409A-897D-A3AC9E546E0D}" presName="thickLine" presStyleLbl="alignNode1" presStyleIdx="3" presStyleCnt="4"/>
      <dgm:spPr/>
    </dgm:pt>
    <dgm:pt modelId="{CBAC9E23-8FEA-4198-A67D-B2F146FB09DD}" type="pres">
      <dgm:prSet presAssocID="{365C3529-E5ED-409A-897D-A3AC9E546E0D}" presName="horz1" presStyleCnt="0"/>
      <dgm:spPr/>
    </dgm:pt>
    <dgm:pt modelId="{F70521D2-3185-4F69-92B7-BEB74D128885}" type="pres">
      <dgm:prSet presAssocID="{365C3529-E5ED-409A-897D-A3AC9E546E0D}" presName="tx1" presStyleLbl="revTx" presStyleIdx="3" presStyleCnt="4"/>
      <dgm:spPr/>
    </dgm:pt>
    <dgm:pt modelId="{95229B20-E48F-4FDD-AAAA-C4306C5328AF}" type="pres">
      <dgm:prSet presAssocID="{365C3529-E5ED-409A-897D-A3AC9E546E0D}" presName="vert1" presStyleCnt="0"/>
      <dgm:spPr/>
    </dgm:pt>
  </dgm:ptLst>
  <dgm:cxnLst>
    <dgm:cxn modelId="{BE24DB03-709C-44B3-A7D2-49CCA3F5350E}" srcId="{FD60A251-3968-4765-94E7-21989765D1BE}" destId="{806E32C5-F2C5-46AA-BFCF-E520EE18A41C}" srcOrd="2" destOrd="0" parTransId="{6C4C1272-ECBC-4BBA-BAD1-194F95CA97A3}" sibTransId="{7E2053D3-D55C-47CC-B15C-E502397A0ABC}"/>
    <dgm:cxn modelId="{96CB611B-B940-4AAC-A7F1-166CF745BABC}" type="presOf" srcId="{806E32C5-F2C5-46AA-BFCF-E520EE18A41C}" destId="{FECFA989-66E5-4B54-95F9-404BA00093D6}" srcOrd="0" destOrd="0" presId="urn:microsoft.com/office/officeart/2008/layout/LinedList"/>
    <dgm:cxn modelId="{56AA7F1C-5C10-4C5A-AB98-8B12BF372DF5}" type="presOf" srcId="{FD60A251-3968-4765-94E7-21989765D1BE}" destId="{68FC6B93-C34A-41D4-8EB1-F460915CD87E}" srcOrd="0" destOrd="0" presId="urn:microsoft.com/office/officeart/2008/layout/LinedList"/>
    <dgm:cxn modelId="{8DA70825-1C4E-440B-8A62-18A761731A43}" srcId="{FD60A251-3968-4765-94E7-21989765D1BE}" destId="{36B9724D-3BEA-44BD-8987-FD868577383F}" srcOrd="0" destOrd="0" parTransId="{DD33869C-15E5-48EB-A96F-6295F3E49470}" sibTransId="{E2FF2FFF-1449-41ED-8633-1BE75FC5F940}"/>
    <dgm:cxn modelId="{A7354037-D541-4C01-BE00-8CAA3CD71E3E}" srcId="{FD60A251-3968-4765-94E7-21989765D1BE}" destId="{365C3529-E5ED-409A-897D-A3AC9E546E0D}" srcOrd="3" destOrd="0" parTransId="{E7B371DD-2208-4442-94BF-D89DE3A1974B}" sibTransId="{037F1172-04C2-4845-9C19-D9F39915DDDA}"/>
    <dgm:cxn modelId="{D53D2E63-B706-4D6B-B4FF-6D70F88A4653}" type="presOf" srcId="{365C3529-E5ED-409A-897D-A3AC9E546E0D}" destId="{F70521D2-3185-4F69-92B7-BEB74D128885}" srcOrd="0" destOrd="0" presId="urn:microsoft.com/office/officeart/2008/layout/LinedList"/>
    <dgm:cxn modelId="{31492246-14AF-4028-A7CB-045DF9B525B4}" srcId="{FD60A251-3968-4765-94E7-21989765D1BE}" destId="{EC8D6AF0-A6CA-4FE2-AF67-2F2A0FE2B3BB}" srcOrd="1" destOrd="0" parTransId="{FF252109-3E0C-46D7-8F4C-11509F7CED6C}" sibTransId="{D20A97DF-7F55-4269-B350-EFC2120A21E2}"/>
    <dgm:cxn modelId="{C59AB5BB-329E-49C6-8595-91750E2C7830}" type="presOf" srcId="{36B9724D-3BEA-44BD-8987-FD868577383F}" destId="{984712A2-4ED0-47BA-8138-406137189712}" srcOrd="0" destOrd="0" presId="urn:microsoft.com/office/officeart/2008/layout/LinedList"/>
    <dgm:cxn modelId="{E2B9CBC4-B53F-4B2C-A1FC-A14EFCAD1C4C}" type="presOf" srcId="{EC8D6AF0-A6CA-4FE2-AF67-2F2A0FE2B3BB}" destId="{CCE62AE3-A0EB-47B9-965C-A3F6C6E2CD5C}" srcOrd="0" destOrd="0" presId="urn:microsoft.com/office/officeart/2008/layout/LinedList"/>
    <dgm:cxn modelId="{8A7047D5-7EFC-429B-9A6E-0F454DF47E4F}" type="presParOf" srcId="{68FC6B93-C34A-41D4-8EB1-F460915CD87E}" destId="{8C88F12F-2EE5-4A85-95B0-0C2DC2B47C2B}" srcOrd="0" destOrd="0" presId="urn:microsoft.com/office/officeart/2008/layout/LinedList"/>
    <dgm:cxn modelId="{C2FC1BA4-954D-4956-8EF1-FD20415F7AC8}" type="presParOf" srcId="{68FC6B93-C34A-41D4-8EB1-F460915CD87E}" destId="{7B9B59FA-F2D9-4B91-9A03-31E0FC6D67ED}" srcOrd="1" destOrd="0" presId="urn:microsoft.com/office/officeart/2008/layout/LinedList"/>
    <dgm:cxn modelId="{654A8AF7-2DA3-4E8E-8359-8AF5F5864E52}" type="presParOf" srcId="{7B9B59FA-F2D9-4B91-9A03-31E0FC6D67ED}" destId="{984712A2-4ED0-47BA-8138-406137189712}" srcOrd="0" destOrd="0" presId="urn:microsoft.com/office/officeart/2008/layout/LinedList"/>
    <dgm:cxn modelId="{7C7D6E8E-090D-4BBA-9E4E-C573848A0E1C}" type="presParOf" srcId="{7B9B59FA-F2D9-4B91-9A03-31E0FC6D67ED}" destId="{0D43A57D-2E9B-4B46-AD7F-025485FA4203}" srcOrd="1" destOrd="0" presId="urn:microsoft.com/office/officeart/2008/layout/LinedList"/>
    <dgm:cxn modelId="{56FBD38E-9DB6-4D6B-841D-8C43518ED1B7}" type="presParOf" srcId="{68FC6B93-C34A-41D4-8EB1-F460915CD87E}" destId="{A2085AEC-FF64-4B0B-83C2-2D41A0BBCE39}" srcOrd="2" destOrd="0" presId="urn:microsoft.com/office/officeart/2008/layout/LinedList"/>
    <dgm:cxn modelId="{6BAAC9C3-BD13-41AA-ABB7-CADD4352DEA4}" type="presParOf" srcId="{68FC6B93-C34A-41D4-8EB1-F460915CD87E}" destId="{DBB97BB0-E537-42A5-88B7-E9B4824BE30F}" srcOrd="3" destOrd="0" presId="urn:microsoft.com/office/officeart/2008/layout/LinedList"/>
    <dgm:cxn modelId="{551442AA-9F80-48B0-AF20-0BDEB40489B6}" type="presParOf" srcId="{DBB97BB0-E537-42A5-88B7-E9B4824BE30F}" destId="{CCE62AE3-A0EB-47B9-965C-A3F6C6E2CD5C}" srcOrd="0" destOrd="0" presId="urn:microsoft.com/office/officeart/2008/layout/LinedList"/>
    <dgm:cxn modelId="{3DC83F1F-C718-4243-84B2-D53BA17DE673}" type="presParOf" srcId="{DBB97BB0-E537-42A5-88B7-E9B4824BE30F}" destId="{0951F80E-6069-4171-B8A5-1908B7184E67}" srcOrd="1" destOrd="0" presId="urn:microsoft.com/office/officeart/2008/layout/LinedList"/>
    <dgm:cxn modelId="{EC854555-A485-44CE-9EDD-73585DA7697D}" type="presParOf" srcId="{68FC6B93-C34A-41D4-8EB1-F460915CD87E}" destId="{D3C01B6E-AC3E-46FB-BAB6-8B2497CFF99A}" srcOrd="4" destOrd="0" presId="urn:microsoft.com/office/officeart/2008/layout/LinedList"/>
    <dgm:cxn modelId="{E723D3C4-FBBD-41C8-9C1C-3E36C9F6FBC6}" type="presParOf" srcId="{68FC6B93-C34A-41D4-8EB1-F460915CD87E}" destId="{3B4BBD65-74F1-4BC6-AF75-C1CAD6BDD317}" srcOrd="5" destOrd="0" presId="urn:microsoft.com/office/officeart/2008/layout/LinedList"/>
    <dgm:cxn modelId="{AB4ECC0F-987F-4BC8-B6A0-3F56A803A204}" type="presParOf" srcId="{3B4BBD65-74F1-4BC6-AF75-C1CAD6BDD317}" destId="{FECFA989-66E5-4B54-95F9-404BA00093D6}" srcOrd="0" destOrd="0" presId="urn:microsoft.com/office/officeart/2008/layout/LinedList"/>
    <dgm:cxn modelId="{3F541C8E-E3C6-45F3-8BEA-797F95C6391C}" type="presParOf" srcId="{3B4BBD65-74F1-4BC6-AF75-C1CAD6BDD317}" destId="{7C2B5AB3-5624-44EC-895E-9F2CFB218E07}" srcOrd="1" destOrd="0" presId="urn:microsoft.com/office/officeart/2008/layout/LinedList"/>
    <dgm:cxn modelId="{74BE0F36-9216-4716-880F-5857CBA6E8B1}" type="presParOf" srcId="{68FC6B93-C34A-41D4-8EB1-F460915CD87E}" destId="{0F6FDFF8-E620-43EF-BF24-F7375809B557}" srcOrd="6" destOrd="0" presId="urn:microsoft.com/office/officeart/2008/layout/LinedList"/>
    <dgm:cxn modelId="{4F161A1C-A941-4A14-84AF-5B1007E6BA07}" type="presParOf" srcId="{68FC6B93-C34A-41D4-8EB1-F460915CD87E}" destId="{CBAC9E23-8FEA-4198-A67D-B2F146FB09DD}" srcOrd="7" destOrd="0" presId="urn:microsoft.com/office/officeart/2008/layout/LinedList"/>
    <dgm:cxn modelId="{5ACC5D5F-CFBB-4F3F-BB20-E2DFD4B6642D}" type="presParOf" srcId="{CBAC9E23-8FEA-4198-A67D-B2F146FB09DD}" destId="{F70521D2-3185-4F69-92B7-BEB74D128885}" srcOrd="0" destOrd="0" presId="urn:microsoft.com/office/officeart/2008/layout/LinedList"/>
    <dgm:cxn modelId="{5E25FF1C-F4F6-4F23-8695-FB2882295B0F}" type="presParOf" srcId="{CBAC9E23-8FEA-4198-A67D-B2F146FB09DD}" destId="{95229B20-E48F-4FDD-AAAA-C4306C5328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88F12F-2EE5-4A85-95B0-0C2DC2B47C2B}">
      <dsp:nvSpPr>
        <dsp:cNvPr id="0" name=""/>
        <dsp:cNvSpPr/>
      </dsp:nvSpPr>
      <dsp:spPr>
        <a:xfrm>
          <a:off x="0" y="0"/>
          <a:ext cx="53060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712A2-4ED0-47BA-8138-406137189712}">
      <dsp:nvSpPr>
        <dsp:cNvPr id="0" name=""/>
        <dsp:cNvSpPr/>
      </dsp:nvSpPr>
      <dsp:spPr>
        <a:xfrm>
          <a:off x="0" y="0"/>
          <a:ext cx="5306083" cy="1307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/>
            <a:t>Tyto příkazy využíváme pro filtrování a zpracování textu</a:t>
          </a:r>
          <a:endParaRPr lang="en-US" sz="2000" kern="1200"/>
        </a:p>
      </dsp:txBody>
      <dsp:txXfrm>
        <a:off x="0" y="0"/>
        <a:ext cx="5306083" cy="1307658"/>
      </dsp:txXfrm>
    </dsp:sp>
    <dsp:sp modelId="{A2085AEC-FF64-4B0B-83C2-2D41A0BBCE39}">
      <dsp:nvSpPr>
        <dsp:cNvPr id="0" name=""/>
        <dsp:cNvSpPr/>
      </dsp:nvSpPr>
      <dsp:spPr>
        <a:xfrm>
          <a:off x="0" y="1307658"/>
          <a:ext cx="53060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62AE3-A0EB-47B9-965C-A3F6C6E2CD5C}">
      <dsp:nvSpPr>
        <dsp:cNvPr id="0" name=""/>
        <dsp:cNvSpPr/>
      </dsp:nvSpPr>
      <dsp:spPr>
        <a:xfrm>
          <a:off x="0" y="1307658"/>
          <a:ext cx="5306083" cy="1307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u="sng" kern="1200"/>
            <a:t>Grep</a:t>
          </a:r>
          <a:r>
            <a:rPr lang="cs-CZ" sz="2000" kern="1200"/>
            <a:t> - používá se k hledání konkrétních vzorů v souboru a k zobrazení všech polí odpovídajících danému vzoru</a:t>
          </a:r>
          <a:endParaRPr lang="en-US" sz="2000" kern="1200"/>
        </a:p>
      </dsp:txBody>
      <dsp:txXfrm>
        <a:off x="0" y="1307658"/>
        <a:ext cx="5306083" cy="1307658"/>
      </dsp:txXfrm>
    </dsp:sp>
    <dsp:sp modelId="{D3C01B6E-AC3E-46FB-BAB6-8B2497CFF99A}">
      <dsp:nvSpPr>
        <dsp:cNvPr id="0" name=""/>
        <dsp:cNvSpPr/>
      </dsp:nvSpPr>
      <dsp:spPr>
        <a:xfrm>
          <a:off x="0" y="2615317"/>
          <a:ext cx="53060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FA989-66E5-4B54-95F9-404BA00093D6}">
      <dsp:nvSpPr>
        <dsp:cNvPr id="0" name=""/>
        <dsp:cNvSpPr/>
      </dsp:nvSpPr>
      <dsp:spPr>
        <a:xfrm>
          <a:off x="0" y="2615317"/>
          <a:ext cx="5306083" cy="1307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u="sng" kern="1200"/>
            <a:t>AWK</a:t>
          </a:r>
          <a:r>
            <a:rPr lang="cs-CZ" sz="2000" kern="1200"/>
            <a:t> - používá se spíše k manipulaci s textem, hledá vzory a pokud je najde, provede námi vybranou akci</a:t>
          </a:r>
          <a:endParaRPr lang="en-US" sz="2000" kern="1200"/>
        </a:p>
      </dsp:txBody>
      <dsp:txXfrm>
        <a:off x="0" y="2615317"/>
        <a:ext cx="5306083" cy="1307658"/>
      </dsp:txXfrm>
    </dsp:sp>
    <dsp:sp modelId="{0F6FDFF8-E620-43EF-BF24-F7375809B557}">
      <dsp:nvSpPr>
        <dsp:cNvPr id="0" name=""/>
        <dsp:cNvSpPr/>
      </dsp:nvSpPr>
      <dsp:spPr>
        <a:xfrm>
          <a:off x="0" y="3922975"/>
          <a:ext cx="53060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0521D2-3185-4F69-92B7-BEB74D128885}">
      <dsp:nvSpPr>
        <dsp:cNvPr id="0" name=""/>
        <dsp:cNvSpPr/>
      </dsp:nvSpPr>
      <dsp:spPr>
        <a:xfrm>
          <a:off x="0" y="3922975"/>
          <a:ext cx="5306083" cy="1307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u="sng" kern="1200"/>
            <a:t>Sed</a:t>
          </a:r>
          <a:r>
            <a:rPr lang="cs-CZ" sz="2000" kern="1200"/>
            <a:t> - zkratka pro streamový editor, provádí různé funkce jako je například hledání, mazání, nahrazení či vkládání, nejčastěji se používá pro nahrazovaní slov bez otevírání souboru</a:t>
          </a:r>
          <a:endParaRPr lang="en-US" sz="2000" kern="1200"/>
        </a:p>
      </dsp:txBody>
      <dsp:txXfrm>
        <a:off x="0" y="3922975"/>
        <a:ext cx="5306083" cy="13076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D6A81-9231-4199-A125-EBDBC1EF539B}" type="datetimeFigureOut">
              <a:rPr lang="cs-CZ" smtClean="0"/>
              <a:t>25.11.2024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A0FF48-E679-4F83-92F2-E0ADA704504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5953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Dnes si společně probereme základy skriptování v Linuxu, které jsou důležité pro každého, kdo chce efektivně pracovat s tímto operačním systémem. Zaměříme se především na </a:t>
            </a:r>
            <a:r>
              <a:rPr lang="cs-CZ" err="1"/>
              <a:t>Bash</a:t>
            </a:r>
            <a:r>
              <a:rPr lang="cs-CZ"/>
              <a:t> </a:t>
            </a:r>
            <a:r>
              <a:rPr lang="cs-CZ" err="1"/>
              <a:t>shell</a:t>
            </a:r>
            <a:r>
              <a:rPr lang="cs-CZ"/>
              <a:t>, který je nejpoužívanější pro </a:t>
            </a:r>
            <a:r>
              <a:rPr lang="cs-CZ" err="1"/>
              <a:t>psání</a:t>
            </a:r>
            <a:r>
              <a:rPr lang="cs-CZ"/>
              <a:t> skriptů, a na nástroje pro zpracování textu, které nám umožní pracovat s daty.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0FF48-E679-4F83-92F2-E0ADA7045040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5882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Představte si skript jako recept pro počítač. Obsahuje postupný návod, jak má počítač určitou úlohu provést. Díky tomu můžeme automatizovat mnohé činnosti, které by nás jinak stály spoustu času.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0FF48-E679-4F83-92F2-E0ADA704504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4468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err="1"/>
              <a:t>Bash</a:t>
            </a:r>
            <a:r>
              <a:rPr lang="cs-CZ"/>
              <a:t> je jako univerzální nástroj pro správu systému. Umožňuje nám nejen zadávat jednotlivé příkazy, ale také vytvářet složitější skripty, které automatizují celé sekvence úkonů.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0FF48-E679-4F83-92F2-E0ADA704504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4903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Projdeme si jednotlivé části </a:t>
            </a:r>
            <a:r>
              <a:rPr lang="cs-CZ" err="1"/>
              <a:t>Bash</a:t>
            </a:r>
            <a:r>
              <a:rPr lang="cs-CZ"/>
              <a:t> skriptu a vysvětlíme si jejich význam. Ukážeme si také, jak definovat proměnné, používat podmíněné příkazy a vytvářet funkce.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0FF48-E679-4F83-92F2-E0ADA7045040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63284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err="1"/>
              <a:t>Cron</a:t>
            </a:r>
            <a:r>
              <a:rPr lang="cs-CZ"/>
              <a:t> je velmi užitečný nástroj pro automatizaci úloh, které se mají provádět pravidelně. Ukážeme si, jak naplánovat spuštění skriptu v konkrétní čas nebo v určitých intervalech.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0FF48-E679-4F83-92F2-E0ADA704504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3374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Tyto nástroje jsou nezbytné pro zpracování textových dat. Ukážeme si několik praktických příkladů, jak pomocí nich filtrovat a upravovat data.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0FF48-E679-4F83-92F2-E0ADA704504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65835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Dnes jsme si probrali základy skriptování v Linuxu. Skriptování je velmi užitečná dovednost, která vám umožní efektivněji pracovat s vaším systémem. Pokud vás toto téma zaujalo, můžete se dále vzdělávat a objevovat další možnosti, které skriptování nabízí.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0FF48-E679-4F83-92F2-E0ADA7045040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7118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8B4349-99C8-7AC5-FFCE-7258CCA2C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0122CEA-24AB-8F3F-CBB6-6EA7B7B2B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8FB4471-9B27-44D2-543D-FC230E0FB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37790-2FD0-4FBC-A610-E5F504989CB4}" type="datetimeFigureOut">
              <a:rPr lang="cs-CZ" smtClean="0"/>
              <a:t>25.11.2024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77EB64A-21BF-C195-7FF0-C6B4985E9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BE27E0B-69F5-8149-09D5-48A91116F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4174-51AE-4FED-89D1-382FE8A7A3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638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D0AB02-1A8F-C79B-1F8D-0509E3CD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017318C-1222-E4AB-9AD5-4BE773E8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1990838-9A51-F5C9-50DB-4E6FC3A4E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37790-2FD0-4FBC-A610-E5F504989CB4}" type="datetimeFigureOut">
              <a:rPr lang="cs-CZ" smtClean="0"/>
              <a:t>25.11.2024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B19ACB-FC93-6DC1-492C-28391D500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62F9AED-A7AC-5AFD-8C9C-BFEAE80C4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4174-51AE-4FED-89D1-382FE8A7A3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124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184354-973E-0E5A-EC69-2024631C9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B25A5F7-AE4C-5502-84F1-F496826DC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5FA30B-584B-41BD-1D59-57C8B15BA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37790-2FD0-4FBC-A610-E5F504989CB4}" type="datetimeFigureOut">
              <a:rPr lang="cs-CZ" smtClean="0"/>
              <a:t>25.11.2024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C1A0D61-6C1F-6F50-2E8B-28FE61AB8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B815F58-4A24-06E9-6D66-F395FB8B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4174-51AE-4FED-89D1-382FE8A7A3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0773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35AE8B-7E22-4E28-2CFD-6FCF9D0E9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BDA2A2F-5864-E6DB-4989-A1CD6B1C3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FF9BAEF-D171-657B-84BF-E65BA7141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7AF4477-23DF-23F5-CDD1-93CE2E50B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37790-2FD0-4FBC-A610-E5F504989CB4}" type="datetimeFigureOut">
              <a:rPr lang="cs-CZ" smtClean="0"/>
              <a:t>25.11.2024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1A2F8D9-43EE-0DAB-5903-799CD2920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55A0FEC-A24A-E772-9F19-C4C9117F4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4174-51AE-4FED-89D1-382FE8A7A3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939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A9D318-1F52-273D-55C0-6A7DEFAB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48CD474-CA61-12AF-E2C5-34B843FA7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CEBEF1A-2FFE-D2D2-2223-7F1CD00A8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0EBFC2E-4736-5CBA-25BF-EE6145F9B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A11DA3C-A622-B94A-A569-769AC375C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F9BA6D48-849F-B40A-A0DC-F829C1BFC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37790-2FD0-4FBC-A610-E5F504989CB4}" type="datetimeFigureOut">
              <a:rPr lang="cs-CZ" smtClean="0"/>
              <a:t>25.11.2024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ED05B0E5-895B-4202-DC4A-36634EF86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CE8E20B-0E12-2AA0-64D6-C341D761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4174-51AE-4FED-89D1-382FE8A7A3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251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0F2F56-6D09-8C68-A1E9-5D8925535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56566F83-E657-8E25-3361-ABB59953D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37790-2FD0-4FBC-A610-E5F504989CB4}" type="datetimeFigureOut">
              <a:rPr lang="cs-CZ" smtClean="0"/>
              <a:t>25.11.2024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405E8F6-C744-8BB0-5312-8E92B8091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42196DF-3B48-4973-CB89-3503C9131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4174-51AE-4FED-89D1-382FE8A7A3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594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0C29DC27-4352-4DB4-4F87-A145AC1A8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37790-2FD0-4FBC-A610-E5F504989CB4}" type="datetimeFigureOut">
              <a:rPr lang="cs-CZ" smtClean="0"/>
              <a:t>25.11.2024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8342CE80-7A4F-6136-5BFE-921E2615D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230DCA0-5A2C-0EE8-FE43-D9B2A4DBC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4174-51AE-4FED-89D1-382FE8A7A3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8871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CC83F8-86ED-2131-E36F-F0FB7AB0E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9190906-771F-6917-603A-A5ED7D86C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CE09449-A742-EF2E-DB7B-AF64C84CF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EFAD1BC-ECBE-D879-F51B-CD409FFDA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37790-2FD0-4FBC-A610-E5F504989CB4}" type="datetimeFigureOut">
              <a:rPr lang="cs-CZ" smtClean="0"/>
              <a:t>25.11.2024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257C75E-B787-1B0E-9FAF-637EE3F2C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329CB07-D484-9289-C803-17E1B4F7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4174-51AE-4FED-89D1-382FE8A7A3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0570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6FAC22-E2A0-2BB8-8CEF-6282D2E0D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D42B819-3BBE-370D-8FD2-F98FDBD65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52EFBF1-C321-CD9E-627B-C7B1465C0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E3E7A01-B521-29F3-3896-DBE27106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37790-2FD0-4FBC-A610-E5F504989CB4}" type="datetimeFigureOut">
              <a:rPr lang="cs-CZ" smtClean="0"/>
              <a:t>25.11.2024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DD3C52C-7025-E8AA-B86D-583E4FEF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001B3E9-FD7D-C31E-4017-9223CE82C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4174-51AE-4FED-89D1-382FE8A7A3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3817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07CF14-2487-764C-321F-9113A949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5EC0F3C-E827-9352-4885-13C6E4BF6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5669222-455A-8A66-7872-C90707A79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37790-2FD0-4FBC-A610-E5F504989CB4}" type="datetimeFigureOut">
              <a:rPr lang="cs-CZ" smtClean="0"/>
              <a:t>25.11.2024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86151FA-923C-8994-BEF2-7E378E6C6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CD0632F-080D-C294-2BC8-473E90D1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4174-51AE-4FED-89D1-382FE8A7A3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23340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042CE7F-C782-AAAC-30C3-B0B4AB59DC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2DC1299-C214-B86E-26FD-BF0F22E72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641B24F-0850-4E10-11C2-3E033CD8C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37790-2FD0-4FBC-A610-E5F504989CB4}" type="datetimeFigureOut">
              <a:rPr lang="cs-CZ" smtClean="0"/>
              <a:t>25.11.2024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A276736-8B5C-2076-126D-FF5BFAB4A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35B45A8-1F42-F440-E0CE-64C69F278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4174-51AE-4FED-89D1-382FE8A7A3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3658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B465EF39-3C14-0477-1D30-48541C9D7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C3FC717-B66A-DDDD-C352-FC697448F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9BDF944-C634-674E-FFCB-6066CDCCF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37790-2FD0-4FBC-A610-E5F504989CB4}" type="datetimeFigureOut">
              <a:rPr lang="cs-CZ" smtClean="0"/>
              <a:t>25.11.2024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2FED696-515D-5CE3-D45C-F876C5C86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3B2098A-D626-D6E3-B060-23C21B443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E4174-51AE-4FED-89D1-382FE8A7A3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5147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EDB77D5-398D-1FFF-B0C0-62501E1D0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cs-CZ" sz="2800"/>
              <a:t>Skriptování v Linuxu – Základní nástroj pro automatizaci</a:t>
            </a:r>
            <a:endParaRPr lang="cs-CZ" sz="2800">
              <a:solidFill>
                <a:schemeClr val="tx2"/>
              </a:solidFill>
              <a:latin typeface="Abadi" panose="020B0604020104020204" pitchFamily="34" charset="0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D92D47A-9BF5-7605-2041-68B9EDE5D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cs-CZ" sz="2000">
                <a:solidFill>
                  <a:schemeClr val="tx2"/>
                </a:solidFill>
              </a:rPr>
              <a:t>Lukáš Čech, IT4 - 2024/25</a:t>
            </a:r>
          </a:p>
        </p:txBody>
      </p:sp>
      <p:pic>
        <p:nvPicPr>
          <p:cNvPr id="8" name="Graphic 6" descr="Ozubená kola">
            <a:extLst>
              <a:ext uri="{FF2B5EF4-FFF2-40B4-BE49-F238E27FC236}">
                <a16:creationId xmlns:a16="http://schemas.microsoft.com/office/drawing/2014/main" id="{660D943E-06D3-72B1-659E-3904B31B7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1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361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B0539879-D747-A9E8-DB60-061F01C2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3600">
                <a:solidFill>
                  <a:schemeClr val="tx2"/>
                </a:solidFill>
              </a:rPr>
              <a:t>Co jsou skripty?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8C76AE2-F0D3-3F5B-25F7-08D15BA498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2200" y="804672"/>
            <a:ext cx="5221224" cy="52303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Definice: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Skript je soubor obsahující sekvenci příkazů, které jsou vykonány postupně.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Proč skripty?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Automatizace opakujících se úloh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Zvýšení efektivity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Snížení chybovosti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Jednodušší správa systému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970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8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10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84C047-6FF1-05FD-D568-A924BE607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3600" err="1">
                <a:solidFill>
                  <a:schemeClr val="tx2"/>
                </a:solidFill>
              </a:rPr>
              <a:t>Bash</a:t>
            </a:r>
            <a:r>
              <a:rPr lang="cs-CZ" sz="3600">
                <a:solidFill>
                  <a:schemeClr val="tx2"/>
                </a:solidFill>
              </a:rPr>
              <a:t> – nejpoužívanější </a:t>
            </a:r>
            <a:r>
              <a:rPr lang="cs-CZ" sz="3600" err="1">
                <a:solidFill>
                  <a:schemeClr val="tx2"/>
                </a:solidFill>
              </a:rPr>
              <a:t>shell</a:t>
            </a:r>
            <a:r>
              <a:rPr lang="cs-CZ" sz="3600">
                <a:solidFill>
                  <a:schemeClr val="tx2"/>
                </a:solidFill>
              </a:rPr>
              <a:t> pro skriptování</a:t>
            </a:r>
          </a:p>
        </p:txBody>
      </p:sp>
      <p:grpSp>
        <p:nvGrpSpPr>
          <p:cNvPr id="39" name="Group 12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40" name="Freeform: Shape 13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15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Rectangle 1">
            <a:extLst>
              <a:ext uri="{FF2B5EF4-FFF2-40B4-BE49-F238E27FC236}">
                <a16:creationId xmlns:a16="http://schemas.microsoft.com/office/drawing/2014/main" id="{7B84B38E-F99D-950E-4982-FD844F111E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32812" y="1032987"/>
            <a:ext cx="4919108" cy="47920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Co je to </a:t>
            </a:r>
            <a:r>
              <a:rPr kumimoji="0" lang="cs-CZ" altLang="cs-CZ" sz="2000" b="1" i="0" u="none" strike="noStrike" cap="none" normalizeH="0" baseline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shell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?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Interpretační prostředí, které umožňuje uživateli zadávat příkazy.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cs-CZ" altLang="cs-CZ" sz="20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Proč </a:t>
            </a:r>
            <a:r>
              <a:rPr kumimoji="0" lang="cs-CZ" altLang="cs-CZ" sz="2000" b="1" i="0" u="none" strike="noStrike" cap="none" normalizeH="0" baseline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Bash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?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Integrován do většiny Linuxových distribucí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Mocná syntaxe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Velké množství nástrojů a knihoven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cs-CZ" altLang="cs-CZ" sz="20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736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7A787C4F-5756-DFAE-6C5B-531B814CF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3600">
                <a:solidFill>
                  <a:schemeClr val="tx2"/>
                </a:solidFill>
              </a:rPr>
              <a:t>Základní struktura Bash skriptu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97B9E8-534F-834C-FC9F-124E2B4EF8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2200" y="804672"/>
            <a:ext cx="5221224" cy="52303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Skripty se skládají z jednotlivých příkazů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#!/bin/bash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píše se na začátek skriptu, informuje </a:t>
            </a:r>
            <a:r>
              <a:rPr lang="cs-CZ" sz="1800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shell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jaký </a:t>
            </a:r>
            <a:r>
              <a:rPr lang="cs-CZ" sz="1800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interpetér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spustit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;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odděluje více příkazů na stejném řádku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\ 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- rozděluje dlouhý příkaz na více řádků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#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využívá se pro komentáře či větší přehlednost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chmod</a:t>
            </a: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755 skript.sh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označuje skript jako spustitelný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./skript.sh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spustí skript</a:t>
            </a:r>
          </a:p>
        </p:txBody>
      </p:sp>
    </p:spTree>
    <p:extLst>
      <p:ext uri="{BB962C8B-B14F-4D97-AF65-F5344CB8AC3E}">
        <p14:creationId xmlns:p14="http://schemas.microsoft.com/office/powerpoint/2010/main" val="3628355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9A44BA-3A33-C421-281E-857CCE89F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27026"/>
            <a:ext cx="3290887" cy="2287588"/>
          </a:xfrm>
        </p:spPr>
        <p:txBody>
          <a:bodyPr anchor="ctr">
            <a:normAutofit/>
          </a:bodyPr>
          <a:lstStyle/>
          <a:p>
            <a:r>
              <a:rPr lang="cs-CZ" sz="3600"/>
              <a:t>Cron – plánování úloh</a:t>
            </a:r>
          </a:p>
        </p:txBody>
      </p:sp>
      <p:sp>
        <p:nvSpPr>
          <p:cNvPr id="46" name="Rectangle 1">
            <a:extLst>
              <a:ext uri="{FF2B5EF4-FFF2-40B4-BE49-F238E27FC236}">
                <a16:creationId xmlns:a16="http://schemas.microsoft.com/office/drawing/2014/main" id="{A0FF55BC-6FDD-EE1C-40EE-69B0306CD1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23982" y="327026"/>
            <a:ext cx="7485413" cy="22875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 je Cron?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Démon, který spouští skripty v předem definovaných časech.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 čemu se používá?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Zálohování, čištění logů, odesílání reportů.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Crontab: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Soubor pro definici úloh.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Syntaxe Crontab: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* * * * * příkaz </a:t>
            </a:r>
          </a:p>
        </p:txBody>
      </p:sp>
      <p:pic>
        <p:nvPicPr>
          <p:cNvPr id="6" name="Obrázek 5" descr="Obsah obrázku text, snímek obrazovky, Písmo&#10;&#10;Popis byl vytvořen automaticky">
            <a:extLst>
              <a:ext uri="{FF2B5EF4-FFF2-40B4-BE49-F238E27FC236}">
                <a16:creationId xmlns:a16="http://schemas.microsoft.com/office/drawing/2014/main" id="{B38D322F-36CA-8017-7130-4AB93921D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99"/>
          <a:stretch/>
        </p:blipFill>
        <p:spPr>
          <a:xfrm>
            <a:off x="-9168" y="2763151"/>
            <a:ext cx="12201168" cy="4093262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46751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46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48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71" name="Group 50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72" name="Freeform: Shape 51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: Shape 52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Freeform: Shape 53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: Shape 54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Freeform: Shape 55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C3706E53-4573-B3B4-FE04-FDC43EF0C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cs-CZ" sz="3600" kern="10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Grep, AWK a sed</a:t>
            </a:r>
          </a:p>
        </p:txBody>
      </p:sp>
      <p:graphicFrame>
        <p:nvGraphicFramePr>
          <p:cNvPr id="78" name="Rectangle 1">
            <a:extLst>
              <a:ext uri="{FF2B5EF4-FFF2-40B4-BE49-F238E27FC236}">
                <a16:creationId xmlns:a16="http://schemas.microsoft.com/office/drawing/2014/main" id="{3B6811D6-6964-7D08-C9C2-2B4922D393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8052966"/>
              </p:ext>
            </p:extLst>
          </p:nvPr>
        </p:nvGraphicFramePr>
        <p:xfrm>
          <a:off x="5952029" y="811762"/>
          <a:ext cx="5306084" cy="5230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59135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64606AB-9EC1-6FD1-E534-C6B9F1353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GREP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980B794-0D14-926B-DB63-51252A802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Máme například soubor "zamestnanci" s jmény a věkem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grep -i "jan" zamestnanci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vypíše všechny řádky s jménem Jan, -i ignoruje case sensivitu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grep -c "jan" zamestnanci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-c vypíše kolik řádku obsahuje slovo jan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grep "jan" *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prohledá všechny soubory v adresáři a vypíše, které soubory obsahují hledaný požadavek a řádek, který ho obsahuje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grep -l "jan" *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vypíše pouze soubory v adresáři, které obsahují hledaný požadavek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-r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prohledá i podadresáře</a:t>
            </a:r>
          </a:p>
          <a:p>
            <a:pPr marL="34290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-e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využíváme, když hledáme více věcí najednou</a:t>
            </a:r>
          </a:p>
          <a:p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68714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64606AB-9EC1-6FD1-E534-C6B9F1353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AWK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980B794-0D14-926B-DB63-51252A802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Máme například soubor "</a:t>
            </a:r>
            <a:r>
              <a:rPr lang="cs-CZ" sz="1800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zamestnanci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" s jmény a věkem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awk</a:t>
            </a: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'{</a:t>
            </a: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print</a:t>
            </a: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}' </a:t>
            </a: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zamestnanci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vypíše celý soubor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awk</a:t>
            </a: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'/Jan/ {</a:t>
            </a: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print</a:t>
            </a: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}' </a:t>
            </a: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zamestnanci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vypíše řádky obsahují Jan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awk</a:t>
            </a: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'{</a:t>
            </a: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print</a:t>
            </a: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$1,$3}' </a:t>
            </a: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zamestnanci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vypíše první a třetí sloupec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awk</a:t>
            </a: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'NR==3 {</a:t>
            </a: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print</a:t>
            </a: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}' </a:t>
            </a: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zamestnanci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vypíše třetí řádek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awk</a:t>
            </a: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'/Jan/ {</a:t>
            </a: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print</a:t>
            </a: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NR}' </a:t>
            </a: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zamestnanci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před řádek vypíše číslo řádku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awk</a:t>
            </a: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'$NF&gt;30 {</a:t>
            </a: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print</a:t>
            </a: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$1,$3}' </a:t>
            </a: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zamestnanci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vypíše první a třetí sloupec, kde platí, že poslední sloupec ($NF), v našem případě věk, je větší než 30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AWK umí i matematické funkce, např.: </a:t>
            </a:r>
            <a:r>
              <a:rPr lang="cs-CZ" sz="18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sqrt</a:t>
            </a:r>
            <a:r>
              <a:rPr lang="cs-CZ" sz="18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()</a:t>
            </a:r>
            <a:r>
              <a:rPr lang="cs-CZ" sz="18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– odmocnění</a:t>
            </a:r>
          </a:p>
        </p:txBody>
      </p:sp>
    </p:spTree>
    <p:extLst>
      <p:ext uri="{BB962C8B-B14F-4D97-AF65-F5344CB8AC3E}">
        <p14:creationId xmlns:p14="http://schemas.microsoft.com/office/powerpoint/2010/main" val="1928751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64606AB-9EC1-6FD1-E534-C6B9F1353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Sad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980B794-0D14-926B-DB63-51252A802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Máme například soubor "</a:t>
            </a:r>
            <a:r>
              <a:rPr lang="cs-CZ" sz="2000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zamestnanci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" s jmény a věkem</a:t>
            </a:r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sed 's/</a:t>
            </a:r>
            <a:r>
              <a:rPr lang="cs-CZ" sz="20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jan</a:t>
            </a: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/</a:t>
            </a:r>
            <a:r>
              <a:rPr lang="cs-CZ" sz="20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honza</a:t>
            </a: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/4' </a:t>
            </a:r>
            <a:r>
              <a:rPr lang="cs-CZ" sz="20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zamestnanci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s znamená nahrazení, 4 vyjadřuje číslo </a:t>
            </a:r>
            <a:r>
              <a:rPr lang="cs-CZ" sz="2000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řadku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kde chceme slovo nahradit (g - pokud chceme na všech </a:t>
            </a:r>
            <a:r>
              <a:rPr lang="cs-CZ" sz="2000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řadcích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), tudíž na čtvrtém řádku se vymění slovo </a:t>
            </a:r>
            <a:r>
              <a:rPr lang="cs-CZ" sz="2000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jan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za slovo </a:t>
            </a:r>
            <a:r>
              <a:rPr lang="cs-CZ" sz="2000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honza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a vypíše celý soubor</a:t>
            </a:r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sed -n 's/</a:t>
            </a:r>
            <a:r>
              <a:rPr lang="cs-CZ" sz="20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jan</a:t>
            </a: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/</a:t>
            </a:r>
            <a:r>
              <a:rPr lang="cs-CZ" sz="20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honza</a:t>
            </a: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/4' </a:t>
            </a:r>
            <a:r>
              <a:rPr lang="cs-CZ" sz="20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zamestnanci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-n vypíše pouze změněný řádek</a:t>
            </a:r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sed '4,g s/</a:t>
            </a:r>
            <a:r>
              <a:rPr lang="cs-CZ" sz="20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jan</a:t>
            </a: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/</a:t>
            </a:r>
            <a:r>
              <a:rPr lang="cs-CZ" sz="20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honza</a:t>
            </a: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/' </a:t>
            </a:r>
            <a:r>
              <a:rPr lang="cs-CZ" sz="20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zamestnanci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změní čtvrtý řádek a </a:t>
            </a:r>
            <a:r>
              <a:rPr lang="cs-CZ" sz="2000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nasledující</a:t>
            </a:r>
            <a:endParaRPr lang="cs-CZ" sz="2000" kern="10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sed '5d' </a:t>
            </a:r>
            <a:r>
              <a:rPr lang="cs-CZ" sz="20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zamestnanci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vymaže pátý řádek</a:t>
            </a:r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sed '$d' </a:t>
            </a:r>
            <a:r>
              <a:rPr lang="cs-CZ" sz="20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zamestnanci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vymaže poslední řádek</a:t>
            </a:r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sed '5,$d' </a:t>
            </a:r>
            <a:r>
              <a:rPr lang="cs-CZ" sz="20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zamestnanci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vymaže od </a:t>
            </a:r>
            <a:r>
              <a:rPr lang="cs-CZ" sz="2000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patého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do posledního řádku</a:t>
            </a:r>
          </a:p>
          <a:p>
            <a:pPr marL="742950" lvl="1" indent="-285750">
              <a:spcAft>
                <a:spcPts val="800"/>
              </a:spcAft>
              <a:buFont typeface="Calibri" panose="020F0502020204030204" pitchFamily="34" charset="0"/>
              <a:buChar char="•"/>
            </a:pP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sed '/</a:t>
            </a:r>
            <a:r>
              <a:rPr lang="cs-CZ" sz="20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jan</a:t>
            </a:r>
            <a:r>
              <a:rPr lang="cs-CZ" sz="2000" b="1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/d' </a:t>
            </a:r>
            <a:r>
              <a:rPr lang="cs-CZ" sz="2000" b="1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zamestnanci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- vymaže řádky </a:t>
            </a:r>
            <a:r>
              <a:rPr lang="cs-CZ" sz="2000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obsahujicí</a:t>
            </a:r>
            <a:r>
              <a:rPr lang="cs-CZ" sz="2000" kern="10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cs-CZ" sz="2000" kern="10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jan</a:t>
            </a:r>
            <a:endParaRPr lang="cs-CZ" sz="2000" kern="10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2144830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2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7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3C8D385-3606-79F6-9AAA-23B9CB749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 kern="100">
                <a:solidFill>
                  <a:srgbClr val="FFFFFF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Praktická ukázka scriptu:</a:t>
            </a:r>
            <a:endParaRPr lang="cs-CZ" sz="4000">
              <a:solidFill>
                <a:srgbClr val="FFFFFF"/>
              </a:solidFill>
            </a:endParaRPr>
          </a:p>
        </p:txBody>
      </p:sp>
      <p:sp>
        <p:nvSpPr>
          <p:cNvPr id="58" name="Zástupný obsah 2">
            <a:extLst>
              <a:ext uri="{FF2B5EF4-FFF2-40B4-BE49-F238E27FC236}">
                <a16:creationId xmlns:a16="http://schemas.microsoft.com/office/drawing/2014/main" id="{AD692D04-EF54-FB19-E0FB-EE0D6631D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cs-CZ" sz="1200"/>
              <a:t># Nastavení proměnných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s-CZ" sz="1200"/>
              <a:t>SOURCE_FILE="/cesta/k/zdrojovému/souboru.txt"  # Cesta k souboru, který chcete zkopírovat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s-CZ" sz="1200"/>
              <a:t>DESTINATION="/cesta/k/cílovému/adresáři/"       # Cílový adresář pro kopii</a:t>
            </a:r>
          </a:p>
          <a:p>
            <a:pPr marL="0" indent="0">
              <a:lnSpc>
                <a:spcPct val="100000"/>
              </a:lnSpc>
              <a:buNone/>
            </a:pPr>
            <a:endParaRPr lang="cs-CZ" sz="1200"/>
          </a:p>
          <a:p>
            <a:pPr marL="0" indent="0">
              <a:lnSpc>
                <a:spcPct val="100000"/>
              </a:lnSpc>
              <a:buNone/>
            </a:pPr>
            <a:r>
              <a:rPr lang="cs-CZ" sz="1200"/>
              <a:t># Kontrola, zda zdrojový soubor existuje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s-CZ" sz="1200" err="1"/>
              <a:t>if</a:t>
            </a:r>
            <a:r>
              <a:rPr lang="cs-CZ" sz="1200"/>
              <a:t> [ ! -f "$SOURCE_FILE" ]; </a:t>
            </a:r>
            <a:r>
              <a:rPr lang="cs-CZ" sz="1200" err="1"/>
              <a:t>then</a:t>
            </a:r>
            <a:endParaRPr lang="cs-CZ" sz="1200"/>
          </a:p>
          <a:p>
            <a:pPr marL="0" indent="0">
              <a:lnSpc>
                <a:spcPct val="100000"/>
              </a:lnSpc>
              <a:buNone/>
            </a:pPr>
            <a:r>
              <a:rPr lang="cs-CZ" sz="1200"/>
              <a:t>    echo "Chyba: Zdrojový soubor neexistuje."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s-CZ" sz="1200"/>
              <a:t>    exit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s-CZ" sz="1200" err="1"/>
              <a:t>fi</a:t>
            </a:r>
            <a:endParaRPr lang="cs-CZ" sz="1200"/>
          </a:p>
          <a:p>
            <a:pPr marL="0" indent="0">
              <a:lnSpc>
                <a:spcPct val="100000"/>
              </a:lnSpc>
              <a:buNone/>
            </a:pPr>
            <a:endParaRPr lang="cs-CZ" sz="1200"/>
          </a:p>
          <a:p>
            <a:pPr marL="0" indent="0">
              <a:lnSpc>
                <a:spcPct val="100000"/>
              </a:lnSpc>
              <a:buNone/>
            </a:pPr>
            <a:r>
              <a:rPr lang="cs-CZ" sz="1200"/>
              <a:t># Kopírování souboru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s-CZ" sz="1200" err="1"/>
              <a:t>cp</a:t>
            </a:r>
            <a:r>
              <a:rPr lang="cs-CZ" sz="1200"/>
              <a:t> "$SOURCE_FILE" "$DESTINATION"</a:t>
            </a:r>
          </a:p>
          <a:p>
            <a:pPr marL="0" indent="0">
              <a:lnSpc>
                <a:spcPct val="100000"/>
              </a:lnSpc>
              <a:buNone/>
            </a:pPr>
            <a:endParaRPr lang="cs-CZ" sz="1200"/>
          </a:p>
          <a:p>
            <a:pPr marL="0" indent="0">
              <a:lnSpc>
                <a:spcPct val="100000"/>
              </a:lnSpc>
              <a:buNone/>
            </a:pPr>
            <a:r>
              <a:rPr lang="cs-CZ" sz="1200"/>
              <a:t># Kontrola úspěšnosti kopírování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s-CZ" sz="1200" err="1"/>
              <a:t>if</a:t>
            </a:r>
            <a:r>
              <a:rPr lang="cs-CZ" sz="1200"/>
              <a:t> [ $? -</a:t>
            </a:r>
            <a:r>
              <a:rPr lang="cs-CZ" sz="1200" err="1"/>
              <a:t>eq</a:t>
            </a:r>
            <a:r>
              <a:rPr lang="cs-CZ" sz="1200"/>
              <a:t> 0 ]; </a:t>
            </a:r>
            <a:r>
              <a:rPr lang="cs-CZ" sz="1200" err="1"/>
              <a:t>then</a:t>
            </a:r>
            <a:endParaRPr lang="cs-CZ" sz="1200"/>
          </a:p>
          <a:p>
            <a:pPr marL="0" indent="0">
              <a:lnSpc>
                <a:spcPct val="100000"/>
              </a:lnSpc>
              <a:buNone/>
            </a:pPr>
            <a:r>
              <a:rPr lang="cs-CZ" sz="1200"/>
              <a:t>    echo "Soubor byl úspěšně zkopírován do: $DESTINATION"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s-CZ" sz="1200" err="1"/>
              <a:t>else</a:t>
            </a:r>
            <a:endParaRPr lang="cs-CZ" sz="1200"/>
          </a:p>
          <a:p>
            <a:pPr marL="0" indent="0">
              <a:lnSpc>
                <a:spcPct val="100000"/>
              </a:lnSpc>
              <a:buNone/>
            </a:pPr>
            <a:r>
              <a:rPr lang="cs-CZ" sz="1200"/>
              <a:t>    echo "Chyba: Kopírování se nezdařilo."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s-CZ" sz="1200"/>
              <a:t>    exit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s-CZ" sz="1200" err="1"/>
              <a:t>fi</a:t>
            </a:r>
            <a:endParaRPr lang="cs-CZ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DCDAE-6E90-AE96-AF8C-3C9491D9A2C2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2h</a:t>
            </a:r>
          </a:p>
        </p:txBody>
      </p:sp>
    </p:spTree>
    <p:extLst>
      <p:ext uri="{BB962C8B-B14F-4D97-AF65-F5344CB8AC3E}">
        <p14:creationId xmlns:p14="http://schemas.microsoft.com/office/powerpoint/2010/main" val="912142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BF9C2D59-429D-221F-3C53-FB3D94C83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3600">
                <a:solidFill>
                  <a:schemeClr val="tx2"/>
                </a:solidFill>
              </a:rPr>
              <a:t>Závěr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93C2FE-7AC9-D86B-560A-1A666BFEF4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2200" y="804672"/>
            <a:ext cx="5221224" cy="52303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Shrnutí klíčových bodů: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Skripty automatizují úlohy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Bash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je hlavní nástroj pro skriptování v Linuxu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grep, sed a </a:t>
            </a:r>
            <a:r>
              <a:rPr kumimoji="0" lang="cs-CZ" altLang="cs-CZ" sz="1800" b="0" i="0" u="none" strike="noStrike" cap="none" normalizeH="0" baseline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awk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slouží k práci s textem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Cron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plánuje úlohy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Další možnosti: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Pokročilé funkce </a:t>
            </a:r>
            <a:r>
              <a:rPr kumimoji="0" lang="cs-CZ" altLang="cs-CZ" sz="1800" b="0" i="0" u="none" strike="noStrike" cap="none" normalizeH="0" baseline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Bash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Jiné skriptovací jazyky (Python, Perl)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76356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9074355F8B9E744888A30863407E9E2" ma:contentTypeVersion="17" ma:contentTypeDescription="Vytvoří nový dokument" ma:contentTypeScope="" ma:versionID="e279fc81892d521216f575d298dc1399">
  <xsd:schema xmlns:xsd="http://www.w3.org/2001/XMLSchema" xmlns:xs="http://www.w3.org/2001/XMLSchema" xmlns:p="http://schemas.microsoft.com/office/2006/metadata/properties" xmlns:ns3="a7faafc6-de64-4691-b5d4-92c5bcc5056f" xmlns:ns4="345f9631-eb7e-4cf5-bafc-45a84e508ef4" targetNamespace="http://schemas.microsoft.com/office/2006/metadata/properties" ma:root="true" ma:fieldsID="e06797a844c6b27d0b8c0ead614823be" ns3:_="" ns4:_="">
    <xsd:import namespace="a7faafc6-de64-4691-b5d4-92c5bcc5056f"/>
    <xsd:import namespace="345f9631-eb7e-4cf5-bafc-45a84e508e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faafc6-de64-4691-b5d4-92c5bcc505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5f9631-eb7e-4cf5-bafc-45a84e508ef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7faafc6-de64-4691-b5d4-92c5bcc5056f" xsi:nil="true"/>
  </documentManagement>
</p:properties>
</file>

<file path=customXml/itemProps1.xml><?xml version="1.0" encoding="utf-8"?>
<ds:datastoreItem xmlns:ds="http://schemas.openxmlformats.org/officeDocument/2006/customXml" ds:itemID="{DFED566C-7E50-4CA4-8EC8-27772D653A57}">
  <ds:schemaRefs>
    <ds:schemaRef ds:uri="345f9631-eb7e-4cf5-bafc-45a84e508ef4"/>
    <ds:schemaRef ds:uri="a7faafc6-de64-4691-b5d4-92c5bcc5056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E521C5B-9633-4345-9308-6EE804C3BB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164EE4-5BE3-40B8-BB0D-1BFFCB7EE90C}">
  <ds:schemaRefs>
    <ds:schemaRef ds:uri="345f9631-eb7e-4cf5-bafc-45a84e508ef4"/>
    <ds:schemaRef ds:uri="a7faafc6-de64-4691-b5d4-92c5bcc5056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Motiv Office</vt:lpstr>
      <vt:lpstr>Skriptování v Linuxu – Základní nástroj pro automatizaci</vt:lpstr>
      <vt:lpstr>Co jsou skripty?</vt:lpstr>
      <vt:lpstr>Bash – nejpoužívanější shell pro skriptování</vt:lpstr>
      <vt:lpstr>Základní struktura Bash skriptu</vt:lpstr>
      <vt:lpstr>Cron – plánování úloh</vt:lpstr>
      <vt:lpstr>Grep, AWK a sed</vt:lpstr>
      <vt:lpstr>GREP</vt:lpstr>
      <vt:lpstr>AWK</vt:lpstr>
      <vt:lpstr>Sad</vt:lpstr>
      <vt:lpstr>Praktická ukázka scriptu: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Lukáš Čech</dc:creator>
  <cp:revision>1</cp:revision>
  <dcterms:created xsi:type="dcterms:W3CDTF">2024-10-14T17:01:34Z</dcterms:created>
  <dcterms:modified xsi:type="dcterms:W3CDTF">2024-11-26T07:29:10Z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0x010100B9074355F8B9E744888A30863407E9E2</vt:lpwstr>
  </property>
</Properties>
</file>