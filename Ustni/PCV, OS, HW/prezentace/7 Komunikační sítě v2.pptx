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2" r:id="rId6"/>
    <p:sldId id="283" r:id="rId7"/>
    <p:sldId id="258" r:id="rId8"/>
    <p:sldId id="272" r:id="rId9"/>
    <p:sldId id="273" r:id="rId10"/>
    <p:sldId id="274" r:id="rId11"/>
    <p:sldId id="275" r:id="rId12"/>
    <p:sldId id="276" r:id="rId13"/>
    <p:sldId id="277" r:id="rId14"/>
    <p:sldId id="279" r:id="rId15"/>
    <p:sldId id="281" r:id="rId16"/>
    <p:sldId id="28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C897A5-069E-FF53-930E-EEF6D0AB5DD3}" v="2" dt="2024-11-26T07:51:38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Kožaný" userId="S::it2112@sspu-opava.cz::a6f75ec6-7527-4155-9ea2-61e059a6005b" providerId="AD" clId="Web-{CFC897A5-069E-FF53-930E-EEF6D0AB5DD3}"/>
    <pc:docChg chg="addSld">
      <pc:chgData name="Filip Kožaný" userId="S::it2112@sspu-opava.cz::a6f75ec6-7527-4155-9ea2-61e059a6005b" providerId="AD" clId="Web-{CFC897A5-069E-FF53-930E-EEF6D0AB5DD3}" dt="2024-11-26T07:51:38.243" v="1"/>
      <pc:docMkLst>
        <pc:docMk/>
      </pc:docMkLst>
      <pc:sldChg chg="new">
        <pc:chgData name="Filip Kožaný" userId="S::it2112@sspu-opava.cz::a6f75ec6-7527-4155-9ea2-61e059a6005b" providerId="AD" clId="Web-{CFC897A5-069E-FF53-930E-EEF6D0AB5DD3}" dt="2024-11-26T07:51:27.337" v="0"/>
        <pc:sldMkLst>
          <pc:docMk/>
          <pc:sldMk cId="1229353078" sldId="282"/>
        </pc:sldMkLst>
      </pc:sldChg>
      <pc:sldChg chg="new">
        <pc:chgData name="Filip Kožaný" userId="S::it2112@sspu-opava.cz::a6f75ec6-7527-4155-9ea2-61e059a6005b" providerId="AD" clId="Web-{CFC897A5-069E-FF53-930E-EEF6D0AB5DD3}" dt="2024-11-26T07:51:38.243" v="1"/>
        <pc:sldMkLst>
          <pc:docMk/>
          <pc:sldMk cId="1076039992" sldId="283"/>
        </pc:sldMkLst>
      </pc:sldChg>
    </pc:docChg>
  </pc:docChgLst>
  <pc:docChgLst>
    <pc:chgData name="Marek Samel" userId="S::it2123@sspu-opava.cz::6e7e6df8-03dd-48f8-be70-c6fa9e881a9b" providerId="AD" clId="Web-{AAB3850B-9CA3-2A6B-8125-1BBBF387C2CD}"/>
    <pc:docChg chg="modSld sldOrd">
      <pc:chgData name="Marek Samel" userId="S::it2123@sspu-opava.cz::6e7e6df8-03dd-48f8-be70-c6fa9e881a9b" providerId="AD" clId="Web-{AAB3850B-9CA3-2A6B-8125-1BBBF387C2CD}" dt="2024-10-14T16:58:05.816" v="77"/>
      <pc:docMkLst>
        <pc:docMk/>
      </pc:docMkLst>
      <pc:sldChg chg="addSp modSp">
        <pc:chgData name="Marek Samel" userId="S::it2123@sspu-opava.cz::6e7e6df8-03dd-48f8-be70-c6fa9e881a9b" providerId="AD" clId="Web-{AAB3850B-9CA3-2A6B-8125-1BBBF387C2CD}" dt="2024-10-14T16:51:01.316" v="17" actId="20577"/>
        <pc:sldMkLst>
          <pc:docMk/>
          <pc:sldMk cId="2586058810" sldId="256"/>
        </pc:sldMkLst>
        <pc:spChg chg="mod">
          <ac:chgData name="Marek Samel" userId="S::it2123@sspu-opava.cz::6e7e6df8-03dd-48f8-be70-c6fa9e881a9b" providerId="AD" clId="Web-{AAB3850B-9CA3-2A6B-8125-1BBBF387C2CD}" dt="2024-10-14T16:50:50.644" v="13" actId="14100"/>
          <ac:spMkLst>
            <pc:docMk/>
            <pc:sldMk cId="2586058810" sldId="256"/>
            <ac:spMk id="2" creationId="{CFE75451-6A4B-484B-9ED1-353CCE25B0F4}"/>
          </ac:spMkLst>
        </pc:spChg>
        <pc:spChg chg="add mod">
          <ac:chgData name="Marek Samel" userId="S::it2123@sspu-opava.cz::6e7e6df8-03dd-48f8-be70-c6fa9e881a9b" providerId="AD" clId="Web-{AAB3850B-9CA3-2A6B-8125-1BBBF387C2CD}" dt="2024-10-14T16:51:01.316" v="17" actId="20577"/>
          <ac:spMkLst>
            <pc:docMk/>
            <pc:sldMk cId="2586058810" sldId="256"/>
            <ac:spMk id="3" creationId="{C8438A98-0675-661F-8F5E-4DFD74A8530D}"/>
          </ac:spMkLst>
        </pc:spChg>
      </pc:sldChg>
      <pc:sldChg chg="addSp delSp modSp mod ord modClrScheme chgLayout">
        <pc:chgData name="Marek Samel" userId="S::it2123@sspu-opava.cz::6e7e6df8-03dd-48f8-be70-c6fa9e881a9b" providerId="AD" clId="Web-{AAB3850B-9CA3-2A6B-8125-1BBBF387C2CD}" dt="2024-10-14T16:58:05.816" v="77"/>
        <pc:sldMkLst>
          <pc:docMk/>
          <pc:sldMk cId="3571516367" sldId="258"/>
        </pc:sldMkLst>
        <pc:spChg chg="mod">
          <ac:chgData name="Marek Samel" userId="S::it2123@sspu-opava.cz::6e7e6df8-03dd-48f8-be70-c6fa9e881a9b" providerId="AD" clId="Web-{AAB3850B-9CA3-2A6B-8125-1BBBF387C2CD}" dt="2024-10-14T16:58:05.816" v="77"/>
          <ac:spMkLst>
            <pc:docMk/>
            <pc:sldMk cId="3571516367" sldId="258"/>
            <ac:spMk id="2" creationId="{0A32731C-311B-46F7-A865-6C3AF6B09A47}"/>
          </ac:spMkLst>
        </pc:spChg>
        <pc:spChg chg="mod">
          <ac:chgData name="Marek Samel" userId="S::it2123@sspu-opava.cz::6e7e6df8-03dd-48f8-be70-c6fa9e881a9b" providerId="AD" clId="Web-{AAB3850B-9CA3-2A6B-8125-1BBBF387C2CD}" dt="2024-10-14T16:58:05.816" v="77"/>
          <ac:spMkLst>
            <pc:docMk/>
            <pc:sldMk cId="3571516367" sldId="258"/>
            <ac:spMk id="3" creationId="{9D5232F9-FD00-464A-9F17-619C91AEF8F3}"/>
          </ac:spMkLst>
        </pc:spChg>
        <pc:spChg chg="mod ord">
          <ac:chgData name="Marek Samel" userId="S::it2123@sspu-opava.cz::6e7e6df8-03dd-48f8-be70-c6fa9e881a9b" providerId="AD" clId="Web-{AAB3850B-9CA3-2A6B-8125-1BBBF387C2CD}" dt="2024-10-14T16:58:05.816" v="77"/>
          <ac:spMkLst>
            <pc:docMk/>
            <pc:sldMk cId="3571516367" sldId="258"/>
            <ac:spMk id="14" creationId="{ECE635A2-70B8-3EAB-6A18-952B02EBAA1E}"/>
          </ac:spMkLst>
        </pc:spChg>
        <pc:spChg chg="add mod">
          <ac:chgData name="Marek Samel" userId="S::it2123@sspu-opava.cz::6e7e6df8-03dd-48f8-be70-c6fa9e881a9b" providerId="AD" clId="Web-{AAB3850B-9CA3-2A6B-8125-1BBBF387C2CD}" dt="2024-10-14T16:58:05.816" v="77"/>
          <ac:spMkLst>
            <pc:docMk/>
            <pc:sldMk cId="3571516367" sldId="258"/>
            <ac:spMk id="19" creationId="{5B6AF6F0-A8D2-19D2-9261-73407CCD8169}"/>
          </ac:spMkLst>
        </pc:spChg>
        <pc:spChg chg="add mod">
          <ac:chgData name="Marek Samel" userId="S::it2123@sspu-opava.cz::6e7e6df8-03dd-48f8-be70-c6fa9e881a9b" providerId="AD" clId="Web-{AAB3850B-9CA3-2A6B-8125-1BBBF387C2CD}" dt="2024-10-14T16:58:05.816" v="77"/>
          <ac:spMkLst>
            <pc:docMk/>
            <pc:sldMk cId="3571516367" sldId="258"/>
            <ac:spMk id="21" creationId="{4AEF9D08-1BAC-9062-AFE2-811737A6A3CF}"/>
          </ac:spMkLst>
        </pc:spChg>
        <pc:picChg chg="add mod">
          <ac:chgData name="Marek Samel" userId="S::it2123@sspu-opava.cz::6e7e6df8-03dd-48f8-be70-c6fa9e881a9b" providerId="AD" clId="Web-{AAB3850B-9CA3-2A6B-8125-1BBBF387C2CD}" dt="2024-10-14T16:58:05.816" v="77"/>
          <ac:picMkLst>
            <pc:docMk/>
            <pc:sldMk cId="3571516367" sldId="258"/>
            <ac:picMk id="4" creationId="{58F25D54-DAEE-8FE9-3D70-25900844E64B}"/>
          </ac:picMkLst>
        </pc:picChg>
        <pc:picChg chg="add del mod">
          <ac:chgData name="Marek Samel" userId="S::it2123@sspu-opava.cz::6e7e6df8-03dd-48f8-be70-c6fa9e881a9b" providerId="AD" clId="Web-{AAB3850B-9CA3-2A6B-8125-1BBBF387C2CD}" dt="2024-10-14T16:57:55.956" v="76"/>
          <ac:picMkLst>
            <pc:docMk/>
            <pc:sldMk cId="3571516367" sldId="258"/>
            <ac:picMk id="5" creationId="{84C1FCEB-B160-09F2-80A6-1AB8C97E5A95}"/>
          </ac:picMkLst>
        </pc:picChg>
      </pc:sldChg>
    </pc:docChg>
  </pc:docChgLst>
  <pc:docChgLst>
    <pc:chgData name="Marek Samel" userId="S::it2123@sspu-opava.cz::6e7e6df8-03dd-48f8-be70-c6fa9e881a9b" providerId="AD" clId="Web-{953984B4-8DED-64B5-C56E-24483143DE30}"/>
    <pc:docChg chg="addSld delSld modSld sldOrd">
      <pc:chgData name="Marek Samel" userId="S::it2123@sspu-opava.cz::6e7e6df8-03dd-48f8-be70-c6fa9e881a9b" providerId="AD" clId="Web-{953984B4-8DED-64B5-C56E-24483143DE30}" dt="2024-10-14T18:37:52.940" v="1398" actId="20577"/>
      <pc:docMkLst>
        <pc:docMk/>
      </pc:docMkLst>
      <pc:sldChg chg="del">
        <pc:chgData name="Marek Samel" userId="S::it2123@sspu-opava.cz::6e7e6df8-03dd-48f8-be70-c6fa9e881a9b" providerId="AD" clId="Web-{953984B4-8DED-64B5-C56E-24483143DE30}" dt="2024-10-14T17:02:35.760" v="36"/>
        <pc:sldMkLst>
          <pc:docMk/>
          <pc:sldMk cId="1713219598" sldId="257"/>
        </pc:sldMkLst>
      </pc:sldChg>
      <pc:sldChg chg="delSp modSp">
        <pc:chgData name="Marek Samel" userId="S::it2123@sspu-opava.cz::6e7e6df8-03dd-48f8-be70-c6fa9e881a9b" providerId="AD" clId="Web-{953984B4-8DED-64B5-C56E-24483143DE30}" dt="2024-10-14T18:06:05.568" v="971" actId="14100"/>
        <pc:sldMkLst>
          <pc:docMk/>
          <pc:sldMk cId="3571516367" sldId="258"/>
        </pc:sldMkLst>
        <pc:spChg chg="mod">
          <ac:chgData name="Marek Samel" userId="S::it2123@sspu-opava.cz::6e7e6df8-03dd-48f8-be70-c6fa9e881a9b" providerId="AD" clId="Web-{953984B4-8DED-64B5-C56E-24483143DE30}" dt="2024-10-14T18:06:05.568" v="971" actId="14100"/>
          <ac:spMkLst>
            <pc:docMk/>
            <pc:sldMk cId="3571516367" sldId="258"/>
            <ac:spMk id="2" creationId="{0A32731C-311B-46F7-A865-6C3AF6B09A47}"/>
          </ac:spMkLst>
        </pc:spChg>
        <pc:spChg chg="mod">
          <ac:chgData name="Marek Samel" userId="S::it2123@sspu-opava.cz::6e7e6df8-03dd-48f8-be70-c6fa9e881a9b" providerId="AD" clId="Web-{953984B4-8DED-64B5-C56E-24483143DE30}" dt="2024-10-14T17:10:05.136" v="106" actId="20577"/>
          <ac:spMkLst>
            <pc:docMk/>
            <pc:sldMk cId="3571516367" sldId="258"/>
            <ac:spMk id="3" creationId="{9D5232F9-FD00-464A-9F17-619C91AEF8F3}"/>
          </ac:spMkLst>
        </pc:spChg>
        <pc:spChg chg="del">
          <ac:chgData name="Marek Samel" userId="S::it2123@sspu-opava.cz::6e7e6df8-03dd-48f8-be70-c6fa9e881a9b" providerId="AD" clId="Web-{953984B4-8DED-64B5-C56E-24483143DE30}" dt="2024-10-14T16:59:47.029" v="4"/>
          <ac:spMkLst>
            <pc:docMk/>
            <pc:sldMk cId="3571516367" sldId="258"/>
            <ac:spMk id="19" creationId="{5B6AF6F0-A8D2-19D2-9261-73407CCD8169}"/>
          </ac:spMkLst>
        </pc:spChg>
        <pc:spChg chg="del">
          <ac:chgData name="Marek Samel" userId="S::it2123@sspu-opava.cz::6e7e6df8-03dd-48f8-be70-c6fa9e881a9b" providerId="AD" clId="Web-{953984B4-8DED-64B5-C56E-24483143DE30}" dt="2024-10-14T16:59:33.294" v="0"/>
          <ac:spMkLst>
            <pc:docMk/>
            <pc:sldMk cId="3571516367" sldId="258"/>
            <ac:spMk id="21" creationId="{4AEF9D08-1BAC-9062-AFE2-811737A6A3CF}"/>
          </ac:spMkLst>
        </pc:spChg>
        <pc:picChg chg="del mod">
          <ac:chgData name="Marek Samel" userId="S::it2123@sspu-opava.cz::6e7e6df8-03dd-48f8-be70-c6fa9e881a9b" providerId="AD" clId="Web-{953984B4-8DED-64B5-C56E-24483143DE30}" dt="2024-10-14T17:08:24.504" v="83"/>
          <ac:picMkLst>
            <pc:docMk/>
            <pc:sldMk cId="3571516367" sldId="258"/>
            <ac:picMk id="4" creationId="{58F25D54-DAEE-8FE9-3D70-25900844E64B}"/>
          </ac:picMkLst>
        </pc:picChg>
      </pc:sldChg>
      <pc:sldChg chg="del">
        <pc:chgData name="Marek Samel" userId="S::it2123@sspu-opava.cz::6e7e6df8-03dd-48f8-be70-c6fa9e881a9b" providerId="AD" clId="Web-{953984B4-8DED-64B5-C56E-24483143DE30}" dt="2024-10-14T17:02:35.760" v="30"/>
        <pc:sldMkLst>
          <pc:docMk/>
          <pc:sldMk cId="1742861620" sldId="266"/>
        </pc:sldMkLst>
      </pc:sldChg>
      <pc:sldChg chg="modSp">
        <pc:chgData name="Marek Samel" userId="S::it2123@sspu-opava.cz::6e7e6df8-03dd-48f8-be70-c6fa9e881a9b" providerId="AD" clId="Web-{953984B4-8DED-64B5-C56E-24483143DE30}" dt="2024-10-14T18:37:52.940" v="1398" actId="20577"/>
        <pc:sldMkLst>
          <pc:docMk/>
          <pc:sldMk cId="1969787568" sldId="271"/>
        </pc:sldMkLst>
        <pc:spChg chg="mod">
          <ac:chgData name="Marek Samel" userId="S::it2123@sspu-opava.cz::6e7e6df8-03dd-48f8-be70-c6fa9e881a9b" providerId="AD" clId="Web-{953984B4-8DED-64B5-C56E-24483143DE30}" dt="2024-10-14T18:37:30.532" v="1378" actId="14100"/>
          <ac:spMkLst>
            <pc:docMk/>
            <pc:sldMk cId="1969787568" sldId="271"/>
            <ac:spMk id="2" creationId="{8BDF1EDE-5423-435C-B149-87AB1BC22B83}"/>
          </ac:spMkLst>
        </pc:spChg>
        <pc:spChg chg="mod">
          <ac:chgData name="Marek Samel" userId="S::it2123@sspu-opava.cz::6e7e6df8-03dd-48f8-be70-c6fa9e881a9b" providerId="AD" clId="Web-{953984B4-8DED-64B5-C56E-24483143DE30}" dt="2024-10-14T18:37:52.940" v="1398" actId="20577"/>
          <ac:spMkLst>
            <pc:docMk/>
            <pc:sldMk cId="1969787568" sldId="271"/>
            <ac:spMk id="3" creationId="{AF64C29E-DF30-4DC6-AB95-2016F9A703B6}"/>
          </ac:spMkLst>
        </pc:spChg>
      </pc:sldChg>
      <pc:sldChg chg="addSp delSp modSp add replId">
        <pc:chgData name="Marek Samel" userId="S::it2123@sspu-opava.cz::6e7e6df8-03dd-48f8-be70-c6fa9e881a9b" providerId="AD" clId="Web-{953984B4-8DED-64B5-C56E-24483143DE30}" dt="2024-10-14T18:06:01.286" v="970"/>
        <pc:sldMkLst>
          <pc:docMk/>
          <pc:sldMk cId="678071929" sldId="272"/>
        </pc:sldMkLst>
        <pc:spChg chg="mod">
          <ac:chgData name="Marek Samel" userId="S::it2123@sspu-opava.cz::6e7e6df8-03dd-48f8-be70-c6fa9e881a9b" providerId="AD" clId="Web-{953984B4-8DED-64B5-C56E-24483143DE30}" dt="2024-10-14T18:06:01.286" v="970"/>
          <ac:spMkLst>
            <pc:docMk/>
            <pc:sldMk cId="678071929" sldId="272"/>
            <ac:spMk id="2" creationId="{0A32731C-311B-46F7-A865-6C3AF6B09A47}"/>
          </ac:spMkLst>
        </pc:spChg>
        <pc:spChg chg="mod">
          <ac:chgData name="Marek Samel" userId="S::it2123@sspu-opava.cz::6e7e6df8-03dd-48f8-be70-c6fa9e881a9b" providerId="AD" clId="Web-{953984B4-8DED-64B5-C56E-24483143DE30}" dt="2024-10-14T17:05:59.759" v="79" actId="20577"/>
          <ac:spMkLst>
            <pc:docMk/>
            <pc:sldMk cId="678071929" sldId="272"/>
            <ac:spMk id="3" creationId="{9D5232F9-FD00-464A-9F17-619C91AEF8F3}"/>
          </ac:spMkLst>
        </pc:spChg>
        <pc:picChg chg="del">
          <ac:chgData name="Marek Samel" userId="S::it2123@sspu-opava.cz::6e7e6df8-03dd-48f8-be70-c6fa9e881a9b" providerId="AD" clId="Web-{953984B4-8DED-64B5-C56E-24483143DE30}" dt="2024-10-14T17:06:00.291" v="80"/>
          <ac:picMkLst>
            <pc:docMk/>
            <pc:sldMk cId="678071929" sldId="272"/>
            <ac:picMk id="4" creationId="{58F25D54-DAEE-8FE9-3D70-25900844E64B}"/>
          </ac:picMkLst>
        </pc:picChg>
        <pc:picChg chg="add mod">
          <ac:chgData name="Marek Samel" userId="S::it2123@sspu-opava.cz::6e7e6df8-03dd-48f8-be70-c6fa9e881a9b" providerId="AD" clId="Web-{953984B4-8DED-64B5-C56E-24483143DE30}" dt="2024-10-14T17:10:33.513" v="110"/>
          <ac:picMkLst>
            <pc:docMk/>
            <pc:sldMk cId="678071929" sldId="272"/>
            <ac:picMk id="5" creationId="{0EE5C733-F90B-FB02-2696-5A5E5342F306}"/>
          </ac:picMkLst>
        </pc:picChg>
      </pc:sldChg>
      <pc:sldChg chg="add del replId">
        <pc:chgData name="Marek Samel" userId="S::it2123@sspu-opava.cz::6e7e6df8-03dd-48f8-be70-c6fa9e881a9b" providerId="AD" clId="Web-{953984B4-8DED-64B5-C56E-24483143DE30}" dt="2024-10-14T17:03:28.295" v="54"/>
        <pc:sldMkLst>
          <pc:docMk/>
          <pc:sldMk cId="803119880" sldId="272"/>
        </pc:sldMkLst>
      </pc:sldChg>
      <pc:sldChg chg="addSp delSp modSp add mod replId chgLayout">
        <pc:chgData name="Marek Samel" userId="S::it2123@sspu-opava.cz::6e7e6df8-03dd-48f8-be70-c6fa9e881a9b" providerId="AD" clId="Web-{953984B4-8DED-64B5-C56E-24483143DE30}" dt="2024-10-14T17:46:00.996" v="515" actId="20577"/>
        <pc:sldMkLst>
          <pc:docMk/>
          <pc:sldMk cId="42273260" sldId="273"/>
        </pc:sldMkLst>
        <pc:spChg chg="mod">
          <ac:chgData name="Marek Samel" userId="S::it2123@sspu-opava.cz::6e7e6df8-03dd-48f8-be70-c6fa9e881a9b" providerId="AD" clId="Web-{953984B4-8DED-64B5-C56E-24483143DE30}" dt="2024-10-14T17:27:32.447" v="310" actId="20577"/>
          <ac:spMkLst>
            <pc:docMk/>
            <pc:sldMk cId="42273260" sldId="273"/>
            <ac:spMk id="2" creationId="{0A32731C-311B-46F7-A865-6C3AF6B09A47}"/>
          </ac:spMkLst>
        </pc:spChg>
        <pc:spChg chg="del mod">
          <ac:chgData name="Marek Samel" userId="S::it2123@sspu-opava.cz::6e7e6df8-03dd-48f8-be70-c6fa9e881a9b" providerId="AD" clId="Web-{953984B4-8DED-64B5-C56E-24483143DE30}" dt="2024-10-14T17:25:30.032" v="288"/>
          <ac:spMkLst>
            <pc:docMk/>
            <pc:sldMk cId="42273260" sldId="273"/>
            <ac:spMk id="3" creationId="{9D5232F9-FD00-464A-9F17-619C91AEF8F3}"/>
          </ac:spMkLst>
        </pc:spChg>
        <pc:spChg chg="mod">
          <ac:chgData name="Marek Samel" userId="S::it2123@sspu-opava.cz::6e7e6df8-03dd-48f8-be70-c6fa9e881a9b" providerId="AD" clId="Web-{953984B4-8DED-64B5-C56E-24483143DE30}" dt="2024-10-14T17:25:30.032" v="288"/>
          <ac:spMkLst>
            <pc:docMk/>
            <pc:sldMk cId="42273260" sldId="273"/>
            <ac:spMk id="14" creationId="{ECE635A2-70B8-3EAB-6A18-952B02EBAA1E}"/>
          </ac:spMkLst>
        </pc:spChg>
        <pc:spChg chg="add del mod">
          <ac:chgData name="Marek Samel" userId="S::it2123@sspu-opava.cz::6e7e6df8-03dd-48f8-be70-c6fa9e881a9b" providerId="AD" clId="Web-{953984B4-8DED-64B5-C56E-24483143DE30}" dt="2024-10-14T17:25:50.861" v="291"/>
          <ac:spMkLst>
            <pc:docMk/>
            <pc:sldMk cId="42273260" sldId="273"/>
            <ac:spMk id="20" creationId="{E87FCA78-9D6E-0918-5E26-336178FFEE05}"/>
          </ac:spMkLst>
        </pc:spChg>
        <pc:graphicFrameChg chg="add mod modGraphic">
          <ac:chgData name="Marek Samel" userId="S::it2123@sspu-opava.cz::6e7e6df8-03dd-48f8-be70-c6fa9e881a9b" providerId="AD" clId="Web-{953984B4-8DED-64B5-C56E-24483143DE30}" dt="2024-10-14T17:46:00.996" v="515" actId="20577"/>
          <ac:graphicFrameMkLst>
            <pc:docMk/>
            <pc:sldMk cId="42273260" sldId="273"/>
            <ac:graphicFrameMk id="16" creationId="{C0FFC5DC-AF4B-3CA6-2BB5-1A804045F4F4}"/>
          </ac:graphicFrameMkLst>
        </pc:graphicFrameChg>
        <pc:picChg chg="del">
          <ac:chgData name="Marek Samel" userId="S::it2123@sspu-opava.cz::6e7e6df8-03dd-48f8-be70-c6fa9e881a9b" providerId="AD" clId="Web-{953984B4-8DED-64B5-C56E-24483143DE30}" dt="2024-10-14T17:25:06.811" v="287"/>
          <ac:picMkLst>
            <pc:docMk/>
            <pc:sldMk cId="42273260" sldId="273"/>
            <ac:picMk id="4" creationId="{58F25D54-DAEE-8FE9-3D70-25900844E64B}"/>
          </ac:picMkLst>
        </pc:picChg>
        <pc:picChg chg="add del mod">
          <ac:chgData name="Marek Samel" userId="S::it2123@sspu-opava.cz::6e7e6df8-03dd-48f8-be70-c6fa9e881a9b" providerId="AD" clId="Web-{953984B4-8DED-64B5-C56E-24483143DE30}" dt="2024-10-14T17:27:04.070" v="302"/>
          <ac:picMkLst>
            <pc:docMk/>
            <pc:sldMk cId="42273260" sldId="273"/>
            <ac:picMk id="44" creationId="{342A4C33-AC3B-81F5-1B27-FE845D01EB22}"/>
          </ac:picMkLst>
        </pc:picChg>
        <pc:picChg chg="add mod">
          <ac:chgData name="Marek Samel" userId="S::it2123@sspu-opava.cz::6e7e6df8-03dd-48f8-be70-c6fa9e881a9b" providerId="AD" clId="Web-{953984B4-8DED-64B5-C56E-24483143DE30}" dt="2024-10-14T17:27:25.056" v="306" actId="1076"/>
          <ac:picMkLst>
            <pc:docMk/>
            <pc:sldMk cId="42273260" sldId="273"/>
            <ac:picMk id="45" creationId="{67B96E09-19C6-F10A-C4EF-DAA132301ADB}"/>
          </ac:picMkLst>
        </pc:picChg>
      </pc:sldChg>
      <pc:sldChg chg="add del replId">
        <pc:chgData name="Marek Samel" userId="S::it2123@sspu-opava.cz::6e7e6df8-03dd-48f8-be70-c6fa9e881a9b" providerId="AD" clId="Web-{953984B4-8DED-64B5-C56E-24483143DE30}" dt="2024-10-14T17:03:27.233" v="53"/>
        <pc:sldMkLst>
          <pc:docMk/>
          <pc:sldMk cId="1602147134" sldId="273"/>
        </pc:sldMkLst>
      </pc:sldChg>
      <pc:sldChg chg="addSp delSp modSp add mod ord replId modClrScheme chgLayout">
        <pc:chgData name="Marek Samel" userId="S::it2123@sspu-opava.cz::6e7e6df8-03dd-48f8-be70-c6fa9e881a9b" providerId="AD" clId="Web-{953984B4-8DED-64B5-C56E-24483143DE30}" dt="2024-10-14T18:05:52.473" v="967" actId="20577"/>
        <pc:sldMkLst>
          <pc:docMk/>
          <pc:sldMk cId="230356920" sldId="274"/>
        </pc:sldMkLst>
        <pc:spChg chg="mod ord">
          <ac:chgData name="Marek Samel" userId="S::it2123@sspu-opava.cz::6e7e6df8-03dd-48f8-be70-c6fa9e881a9b" providerId="AD" clId="Web-{953984B4-8DED-64B5-C56E-24483143DE30}" dt="2024-10-14T18:05:52.473" v="967" actId="20577"/>
          <ac:spMkLst>
            <pc:docMk/>
            <pc:sldMk cId="230356920" sldId="274"/>
            <ac:spMk id="2" creationId="{0A32731C-311B-46F7-A865-6C3AF6B09A47}"/>
          </ac:spMkLst>
        </pc:spChg>
        <pc:spChg chg="mod ord">
          <ac:chgData name="Marek Samel" userId="S::it2123@sspu-opava.cz::6e7e6df8-03dd-48f8-be70-c6fa9e881a9b" providerId="AD" clId="Web-{953984B4-8DED-64B5-C56E-24483143DE30}" dt="2024-10-14T17:38:57.200" v="439" actId="20577"/>
          <ac:spMkLst>
            <pc:docMk/>
            <pc:sldMk cId="230356920" sldId="274"/>
            <ac:spMk id="3" creationId="{9D5232F9-FD00-464A-9F17-619C91AEF8F3}"/>
          </ac:spMkLst>
        </pc:spChg>
        <pc:spChg chg="add mod ord">
          <ac:chgData name="Marek Samel" userId="S::it2123@sspu-opava.cz::6e7e6df8-03dd-48f8-be70-c6fa9e881a9b" providerId="AD" clId="Web-{953984B4-8DED-64B5-C56E-24483143DE30}" dt="2024-10-14T17:36:18.251" v="410" actId="14100"/>
          <ac:spMkLst>
            <pc:docMk/>
            <pc:sldMk cId="230356920" sldId="274"/>
            <ac:spMk id="4" creationId="{88740D19-C5FE-EFFD-E71A-5841F81074E9}"/>
          </ac:spMkLst>
        </pc:spChg>
        <pc:spChg chg="add mod ord">
          <ac:chgData name="Marek Samel" userId="S::it2123@sspu-opava.cz::6e7e6df8-03dd-48f8-be70-c6fa9e881a9b" providerId="AD" clId="Web-{953984B4-8DED-64B5-C56E-24483143DE30}" dt="2024-10-14T17:36:46.034" v="414" actId="14100"/>
          <ac:spMkLst>
            <pc:docMk/>
            <pc:sldMk cId="230356920" sldId="274"/>
            <ac:spMk id="6" creationId="{7FFFDFC4-C388-6B8F-9328-420E6E5EE75B}"/>
          </ac:spMkLst>
        </pc:spChg>
        <pc:spChg chg="add mod ord">
          <ac:chgData name="Marek Samel" userId="S::it2123@sspu-opava.cz::6e7e6df8-03dd-48f8-be70-c6fa9e881a9b" providerId="AD" clId="Web-{953984B4-8DED-64B5-C56E-24483143DE30}" dt="2024-10-14T17:39:06.122" v="442" actId="20577"/>
          <ac:spMkLst>
            <pc:docMk/>
            <pc:sldMk cId="230356920" sldId="274"/>
            <ac:spMk id="7" creationId="{A2827B12-6E9B-01E4-CB3D-AA007F8C7071}"/>
          </ac:spMkLst>
        </pc:spChg>
        <pc:spChg chg="mod ord">
          <ac:chgData name="Marek Samel" userId="S::it2123@sspu-opava.cz::6e7e6df8-03dd-48f8-be70-c6fa9e881a9b" providerId="AD" clId="Web-{953984B4-8DED-64B5-C56E-24483143DE30}" dt="2024-10-14T17:30:37.851" v="334"/>
          <ac:spMkLst>
            <pc:docMk/>
            <pc:sldMk cId="230356920" sldId="274"/>
            <ac:spMk id="14" creationId="{ECE635A2-70B8-3EAB-6A18-952B02EBAA1E}"/>
          </ac:spMkLst>
        </pc:spChg>
        <pc:picChg chg="del">
          <ac:chgData name="Marek Samel" userId="S::it2123@sspu-opava.cz::6e7e6df8-03dd-48f8-be70-c6fa9e881a9b" providerId="AD" clId="Web-{953984B4-8DED-64B5-C56E-24483143DE30}" dt="2024-10-14T17:30:40.570" v="335"/>
          <ac:picMkLst>
            <pc:docMk/>
            <pc:sldMk cId="230356920" sldId="274"/>
            <ac:picMk id="5" creationId="{0EE5C733-F90B-FB02-2696-5A5E5342F306}"/>
          </ac:picMkLst>
        </pc:picChg>
      </pc:sldChg>
      <pc:sldChg chg="add del replId">
        <pc:chgData name="Marek Samel" userId="S::it2123@sspu-opava.cz::6e7e6df8-03dd-48f8-be70-c6fa9e881a9b" providerId="AD" clId="Web-{953984B4-8DED-64B5-C56E-24483143DE30}" dt="2024-10-14T17:03:26.482" v="52"/>
        <pc:sldMkLst>
          <pc:docMk/>
          <pc:sldMk cId="4149523636" sldId="274"/>
        </pc:sldMkLst>
      </pc:sldChg>
      <pc:sldChg chg="add del replId">
        <pc:chgData name="Marek Samel" userId="S::it2123@sspu-opava.cz::6e7e6df8-03dd-48f8-be70-c6fa9e881a9b" providerId="AD" clId="Web-{953984B4-8DED-64B5-C56E-24483143DE30}" dt="2024-10-14T17:03:25.326" v="51"/>
        <pc:sldMkLst>
          <pc:docMk/>
          <pc:sldMk cId="82786410" sldId="275"/>
        </pc:sldMkLst>
      </pc:sldChg>
      <pc:sldChg chg="addSp modSp add mod replId modClrScheme chgLayout">
        <pc:chgData name="Marek Samel" userId="S::it2123@sspu-opava.cz::6e7e6df8-03dd-48f8-be70-c6fa9e881a9b" providerId="AD" clId="Web-{953984B4-8DED-64B5-C56E-24483143DE30}" dt="2024-10-14T18:05:08.126" v="956" actId="20577"/>
        <pc:sldMkLst>
          <pc:docMk/>
          <pc:sldMk cId="1617746577" sldId="275"/>
        </pc:sldMkLst>
        <pc:spChg chg="mod ord">
          <ac:chgData name="Marek Samel" userId="S::it2123@sspu-opava.cz::6e7e6df8-03dd-48f8-be70-c6fa9e881a9b" providerId="AD" clId="Web-{953984B4-8DED-64B5-C56E-24483143DE30}" dt="2024-10-14T18:05:08.126" v="956" actId="20577"/>
          <ac:spMkLst>
            <pc:docMk/>
            <pc:sldMk cId="1617746577" sldId="275"/>
            <ac:spMk id="2" creationId="{0A32731C-311B-46F7-A865-6C3AF6B09A47}"/>
          </ac:spMkLst>
        </pc:spChg>
        <pc:spChg chg="mod ord">
          <ac:chgData name="Marek Samel" userId="S::it2123@sspu-opava.cz::6e7e6df8-03dd-48f8-be70-c6fa9e881a9b" providerId="AD" clId="Web-{953984B4-8DED-64B5-C56E-24483143DE30}" dt="2024-10-14T17:47:58.848" v="533" actId="20577"/>
          <ac:spMkLst>
            <pc:docMk/>
            <pc:sldMk cId="1617746577" sldId="275"/>
            <ac:spMk id="3" creationId="{9D5232F9-FD00-464A-9F17-619C91AEF8F3}"/>
          </ac:spMkLst>
        </pc:spChg>
        <pc:spChg chg="mod ord">
          <ac:chgData name="Marek Samel" userId="S::it2123@sspu-opava.cz::6e7e6df8-03dd-48f8-be70-c6fa9e881a9b" providerId="AD" clId="Web-{953984B4-8DED-64B5-C56E-24483143DE30}" dt="2024-10-14T17:40:30.394" v="466" actId="20577"/>
          <ac:spMkLst>
            <pc:docMk/>
            <pc:sldMk cId="1617746577" sldId="275"/>
            <ac:spMk id="4" creationId="{88740D19-C5FE-EFFD-E71A-5841F81074E9}"/>
          </ac:spMkLst>
        </pc:spChg>
        <pc:spChg chg="mod ord">
          <ac:chgData name="Marek Samel" userId="S::it2123@sspu-opava.cz::6e7e6df8-03dd-48f8-be70-c6fa9e881a9b" providerId="AD" clId="Web-{953984B4-8DED-64B5-C56E-24483143DE30}" dt="2024-10-14T17:49:59.544" v="571" actId="1076"/>
          <ac:spMkLst>
            <pc:docMk/>
            <pc:sldMk cId="1617746577" sldId="275"/>
            <ac:spMk id="6" creationId="{7FFFDFC4-C388-6B8F-9328-420E6E5EE75B}"/>
          </ac:spMkLst>
        </pc:spChg>
        <pc:spChg chg="mod ord">
          <ac:chgData name="Marek Samel" userId="S::it2123@sspu-opava.cz::6e7e6df8-03dd-48f8-be70-c6fa9e881a9b" providerId="AD" clId="Web-{953984B4-8DED-64B5-C56E-24483143DE30}" dt="2024-10-14T17:50:40.938" v="581" actId="20577"/>
          <ac:spMkLst>
            <pc:docMk/>
            <pc:sldMk cId="1617746577" sldId="275"/>
            <ac:spMk id="7" creationId="{A2827B12-6E9B-01E4-CB3D-AA007F8C7071}"/>
          </ac:spMkLst>
        </pc:spChg>
        <pc:spChg chg="add mod">
          <ac:chgData name="Marek Samel" userId="S::it2123@sspu-opava.cz::6e7e6df8-03dd-48f8-be70-c6fa9e881a9b" providerId="AD" clId="Web-{953984B4-8DED-64B5-C56E-24483143DE30}" dt="2024-10-14T17:40:48.255" v="473" actId="20577"/>
          <ac:spMkLst>
            <pc:docMk/>
            <pc:sldMk cId="1617746577" sldId="275"/>
            <ac:spMk id="8" creationId="{C020DE48-17CA-C637-26AF-BDEB635A546F}"/>
          </ac:spMkLst>
        </pc:spChg>
        <pc:spChg chg="add mod">
          <ac:chgData name="Marek Samel" userId="S::it2123@sspu-opava.cz::6e7e6df8-03dd-48f8-be70-c6fa9e881a9b" providerId="AD" clId="Web-{953984B4-8DED-64B5-C56E-24483143DE30}" dt="2024-10-14T17:49:54.482" v="570"/>
          <ac:spMkLst>
            <pc:docMk/>
            <pc:sldMk cId="1617746577" sldId="275"/>
            <ac:spMk id="10" creationId="{4F2519F5-EE2C-91E2-EC68-8C61114BA447}"/>
          </ac:spMkLst>
        </pc:spChg>
        <pc:spChg chg="mod ord">
          <ac:chgData name="Marek Samel" userId="S::it2123@sspu-opava.cz::6e7e6df8-03dd-48f8-be70-c6fa9e881a9b" providerId="AD" clId="Web-{953984B4-8DED-64B5-C56E-24483143DE30}" dt="2024-10-14T17:39:36.374" v="444"/>
          <ac:spMkLst>
            <pc:docMk/>
            <pc:sldMk cId="1617746577" sldId="275"/>
            <ac:spMk id="14" creationId="{ECE635A2-70B8-3EAB-6A18-952B02EBAA1E}"/>
          </ac:spMkLst>
        </pc:spChg>
      </pc:sldChg>
      <pc:sldChg chg="addSp delSp modSp new mod modClrScheme chgLayout">
        <pc:chgData name="Marek Samel" userId="S::it2123@sspu-opava.cz::6e7e6df8-03dd-48f8-be70-c6fa9e881a9b" providerId="AD" clId="Web-{953984B4-8DED-64B5-C56E-24483143DE30}" dt="2024-10-14T18:06:31.726" v="973" actId="1076"/>
        <pc:sldMkLst>
          <pc:docMk/>
          <pc:sldMk cId="2121837168" sldId="276"/>
        </pc:sldMkLst>
        <pc:spChg chg="mod">
          <ac:chgData name="Marek Samel" userId="S::it2123@sspu-opava.cz::6e7e6df8-03dd-48f8-be70-c6fa9e881a9b" providerId="AD" clId="Web-{953984B4-8DED-64B5-C56E-24483143DE30}" dt="2024-10-14T18:06:31.726" v="973" actId="1076"/>
          <ac:spMkLst>
            <pc:docMk/>
            <pc:sldMk cId="2121837168" sldId="276"/>
            <ac:spMk id="2" creationId="{DA7752A3-4567-39DF-F996-B082AEB303BF}"/>
          </ac:spMkLst>
        </pc:spChg>
        <pc:spChg chg="del mod">
          <ac:chgData name="Marek Samel" userId="S::it2123@sspu-opava.cz::6e7e6df8-03dd-48f8-be70-c6fa9e881a9b" providerId="AD" clId="Web-{953984B4-8DED-64B5-C56E-24483143DE30}" dt="2024-10-14T17:53:23.434" v="586"/>
          <ac:spMkLst>
            <pc:docMk/>
            <pc:sldMk cId="2121837168" sldId="276"/>
            <ac:spMk id="3" creationId="{58747A60-69FB-2F2B-D5D7-96A8B2BAF786}"/>
          </ac:spMkLst>
        </pc:spChg>
        <pc:spChg chg="del">
          <ac:chgData name="Marek Samel" userId="S::it2123@sspu-opava.cz::6e7e6df8-03dd-48f8-be70-c6fa9e881a9b" providerId="AD" clId="Web-{953984B4-8DED-64B5-C56E-24483143DE30}" dt="2024-10-14T17:53:23.997" v="587"/>
          <ac:spMkLst>
            <pc:docMk/>
            <pc:sldMk cId="2121837168" sldId="276"/>
            <ac:spMk id="4" creationId="{9CA0BDC5-CAA0-53FF-BB0D-627946631E42}"/>
          </ac:spMkLst>
        </pc:spChg>
        <pc:spChg chg="del">
          <ac:chgData name="Marek Samel" userId="S::it2123@sspu-opava.cz::6e7e6df8-03dd-48f8-be70-c6fa9e881a9b" providerId="AD" clId="Web-{953984B4-8DED-64B5-C56E-24483143DE30}" dt="2024-10-14T17:53:25.341" v="588"/>
          <ac:spMkLst>
            <pc:docMk/>
            <pc:sldMk cId="2121837168" sldId="276"/>
            <ac:spMk id="5" creationId="{E44294EB-C68D-7377-4D2F-9214214613D0}"/>
          </ac:spMkLst>
        </pc:spChg>
        <pc:spChg chg="del">
          <ac:chgData name="Marek Samel" userId="S::it2123@sspu-opava.cz::6e7e6df8-03dd-48f8-be70-c6fa9e881a9b" providerId="AD" clId="Web-{953984B4-8DED-64B5-C56E-24483143DE30}" dt="2024-10-14T17:53:26.247" v="589"/>
          <ac:spMkLst>
            <pc:docMk/>
            <pc:sldMk cId="2121837168" sldId="276"/>
            <ac:spMk id="6" creationId="{0ADEE65C-B8C0-8D51-F8C5-17DF14FC2504}"/>
          </ac:spMkLst>
        </pc:spChg>
        <pc:spChg chg="mod">
          <ac:chgData name="Marek Samel" userId="S::it2123@sspu-opava.cz::6e7e6df8-03dd-48f8-be70-c6fa9e881a9b" providerId="AD" clId="Web-{953984B4-8DED-64B5-C56E-24483143DE30}" dt="2024-10-14T17:53:59.703" v="590"/>
          <ac:spMkLst>
            <pc:docMk/>
            <pc:sldMk cId="2121837168" sldId="276"/>
            <ac:spMk id="7" creationId="{F9E1D679-2D51-D504-918F-FFC711B59323}"/>
          </ac:spMkLst>
        </pc:spChg>
        <pc:spChg chg="add del mod">
          <ac:chgData name="Marek Samel" userId="S::it2123@sspu-opava.cz::6e7e6df8-03dd-48f8-be70-c6fa9e881a9b" providerId="AD" clId="Web-{953984B4-8DED-64B5-C56E-24483143DE30}" dt="2024-10-14T17:54:33.439" v="594"/>
          <ac:spMkLst>
            <pc:docMk/>
            <pc:sldMk cId="2121837168" sldId="276"/>
            <ac:spMk id="12" creationId="{017B55CB-2535-BE00-98ED-42EF81175DDD}"/>
          </ac:spMkLst>
        </pc:spChg>
        <pc:spChg chg="add del mod">
          <ac:chgData name="Marek Samel" userId="S::it2123@sspu-opava.cz::6e7e6df8-03dd-48f8-be70-c6fa9e881a9b" providerId="AD" clId="Web-{953984B4-8DED-64B5-C56E-24483143DE30}" dt="2024-10-14T17:54:16.688" v="591"/>
          <ac:spMkLst>
            <pc:docMk/>
            <pc:sldMk cId="2121837168" sldId="276"/>
            <ac:spMk id="14" creationId="{D303ECD1-7722-8E8C-B615-6089E509C24A}"/>
          </ac:spMkLst>
        </pc:spChg>
        <pc:spChg chg="add del mod">
          <ac:chgData name="Marek Samel" userId="S::it2123@sspu-opava.cz::6e7e6df8-03dd-48f8-be70-c6fa9e881a9b" providerId="AD" clId="Web-{953984B4-8DED-64B5-C56E-24483143DE30}" dt="2024-10-14T17:54:26.501" v="592"/>
          <ac:spMkLst>
            <pc:docMk/>
            <pc:sldMk cId="2121837168" sldId="276"/>
            <ac:spMk id="16" creationId="{9308443D-9653-6244-922C-84611DCA61B4}"/>
          </ac:spMkLst>
        </pc:spChg>
        <pc:spChg chg="add del mod">
          <ac:chgData name="Marek Samel" userId="S::it2123@sspu-opava.cz::6e7e6df8-03dd-48f8-be70-c6fa9e881a9b" providerId="AD" clId="Web-{953984B4-8DED-64B5-C56E-24483143DE30}" dt="2024-10-14T17:54:30.252" v="593"/>
          <ac:spMkLst>
            <pc:docMk/>
            <pc:sldMk cId="2121837168" sldId="276"/>
            <ac:spMk id="18" creationId="{98225B91-EF43-4E05-C7AD-AF14521FCE2C}"/>
          </ac:spMkLst>
        </pc:spChg>
        <pc:graphicFrameChg chg="add mod ord modGraphic">
          <ac:chgData name="Marek Samel" userId="S::it2123@sspu-opava.cz::6e7e6df8-03dd-48f8-be70-c6fa9e881a9b" providerId="AD" clId="Web-{953984B4-8DED-64B5-C56E-24483143DE30}" dt="2024-10-14T18:04:14.106" v="950" actId="1076"/>
          <ac:graphicFrameMkLst>
            <pc:docMk/>
            <pc:sldMk cId="2121837168" sldId="276"/>
            <ac:graphicFrameMk id="8" creationId="{C7F0DA13-1D92-904F-CDA0-1F43B8FEC048}"/>
          </ac:graphicFrameMkLst>
        </pc:graphicFrameChg>
      </pc:sldChg>
      <pc:sldChg chg="add del replId">
        <pc:chgData name="Marek Samel" userId="S::it2123@sspu-opava.cz::6e7e6df8-03dd-48f8-be70-c6fa9e881a9b" providerId="AD" clId="Web-{953984B4-8DED-64B5-C56E-24483143DE30}" dt="2024-10-14T17:03:24.045" v="50"/>
        <pc:sldMkLst>
          <pc:docMk/>
          <pc:sldMk cId="3746368585" sldId="276"/>
        </pc:sldMkLst>
      </pc:sldChg>
      <pc:sldChg chg="add del replId">
        <pc:chgData name="Marek Samel" userId="S::it2123@sspu-opava.cz::6e7e6df8-03dd-48f8-be70-c6fa9e881a9b" providerId="AD" clId="Web-{953984B4-8DED-64B5-C56E-24483143DE30}" dt="2024-10-14T17:03:23.045" v="49"/>
        <pc:sldMkLst>
          <pc:docMk/>
          <pc:sldMk cId="1867040462" sldId="277"/>
        </pc:sldMkLst>
      </pc:sldChg>
      <pc:sldChg chg="modSp new">
        <pc:chgData name="Marek Samel" userId="S::it2123@sspu-opava.cz::6e7e6df8-03dd-48f8-be70-c6fa9e881a9b" providerId="AD" clId="Web-{953984B4-8DED-64B5-C56E-24483143DE30}" dt="2024-10-14T18:17:15.991" v="1087" actId="20577"/>
        <pc:sldMkLst>
          <pc:docMk/>
          <pc:sldMk cId="2665922110" sldId="277"/>
        </pc:sldMkLst>
        <pc:spChg chg="mod">
          <ac:chgData name="Marek Samel" userId="S::it2123@sspu-opava.cz::6e7e6df8-03dd-48f8-be70-c6fa9e881a9b" providerId="AD" clId="Web-{953984B4-8DED-64B5-C56E-24483143DE30}" dt="2024-10-14T18:08:30.766" v="988" actId="14100"/>
          <ac:spMkLst>
            <pc:docMk/>
            <pc:sldMk cId="2665922110" sldId="277"/>
            <ac:spMk id="2" creationId="{ED07C03B-5FF0-33D6-C13A-E3BCD1D8B046}"/>
          </ac:spMkLst>
        </pc:spChg>
        <pc:spChg chg="mod">
          <ac:chgData name="Marek Samel" userId="S::it2123@sspu-opava.cz::6e7e6df8-03dd-48f8-be70-c6fa9e881a9b" providerId="AD" clId="Web-{953984B4-8DED-64B5-C56E-24483143DE30}" dt="2024-10-14T18:11:15.528" v="1022"/>
          <ac:spMkLst>
            <pc:docMk/>
            <pc:sldMk cId="2665922110" sldId="277"/>
            <ac:spMk id="3" creationId="{50E0679C-249D-A165-982F-24D0E2BFD9E1}"/>
          </ac:spMkLst>
        </pc:spChg>
        <pc:spChg chg="mod">
          <ac:chgData name="Marek Samel" userId="S::it2123@sspu-opava.cz::6e7e6df8-03dd-48f8-be70-c6fa9e881a9b" providerId="AD" clId="Web-{953984B4-8DED-64B5-C56E-24483143DE30}" dt="2024-10-14T18:17:02.037" v="1084" actId="14100"/>
          <ac:spMkLst>
            <pc:docMk/>
            <pc:sldMk cId="2665922110" sldId="277"/>
            <ac:spMk id="4" creationId="{483B98DC-37F6-BEB0-EEFA-07363EFAA6ED}"/>
          </ac:spMkLst>
        </pc:spChg>
        <pc:spChg chg="mod">
          <ac:chgData name="Marek Samel" userId="S::it2123@sspu-opava.cz::6e7e6df8-03dd-48f8-be70-c6fa9e881a9b" providerId="AD" clId="Web-{953984B4-8DED-64B5-C56E-24483143DE30}" dt="2024-10-14T18:17:08.256" v="1086" actId="1076"/>
          <ac:spMkLst>
            <pc:docMk/>
            <pc:sldMk cId="2665922110" sldId="277"/>
            <ac:spMk id="5" creationId="{79D7AE0F-A313-8CEE-BD01-4F558EBC1CAB}"/>
          </ac:spMkLst>
        </pc:spChg>
        <pc:spChg chg="mod">
          <ac:chgData name="Marek Samel" userId="S::it2123@sspu-opava.cz::6e7e6df8-03dd-48f8-be70-c6fa9e881a9b" providerId="AD" clId="Web-{953984B4-8DED-64B5-C56E-24483143DE30}" dt="2024-10-14T18:17:15.991" v="1087" actId="20577"/>
          <ac:spMkLst>
            <pc:docMk/>
            <pc:sldMk cId="2665922110" sldId="277"/>
            <ac:spMk id="6" creationId="{0F05338F-48DA-D5A8-684A-89BB8F37753F}"/>
          </ac:spMkLst>
        </pc:spChg>
      </pc:sldChg>
      <pc:sldChg chg="del">
        <pc:chgData name="Marek Samel" userId="S::it2123@sspu-opava.cz::6e7e6df8-03dd-48f8-be70-c6fa9e881a9b" providerId="AD" clId="Web-{953984B4-8DED-64B5-C56E-24483143DE30}" dt="2024-10-14T17:02:35.760" v="35"/>
        <pc:sldMkLst>
          <pc:docMk/>
          <pc:sldMk cId="608796113" sldId="278"/>
        </pc:sldMkLst>
      </pc:sldChg>
      <pc:sldChg chg="add del replId">
        <pc:chgData name="Marek Samel" userId="S::it2123@sspu-opava.cz::6e7e6df8-03dd-48f8-be70-c6fa9e881a9b" providerId="AD" clId="Web-{953984B4-8DED-64B5-C56E-24483143DE30}" dt="2024-10-14T17:03:21.826" v="48"/>
        <pc:sldMkLst>
          <pc:docMk/>
          <pc:sldMk cId="2167606167" sldId="278"/>
        </pc:sldMkLst>
      </pc:sldChg>
      <pc:sldChg chg="new del">
        <pc:chgData name="Marek Samel" userId="S::it2123@sspu-opava.cz::6e7e6df8-03dd-48f8-be70-c6fa9e881a9b" providerId="AD" clId="Web-{953984B4-8DED-64B5-C56E-24483143DE30}" dt="2024-10-14T18:13:21.427" v="1033"/>
        <pc:sldMkLst>
          <pc:docMk/>
          <pc:sldMk cId="4062721354" sldId="278"/>
        </pc:sldMkLst>
      </pc:sldChg>
      <pc:sldChg chg="del">
        <pc:chgData name="Marek Samel" userId="S::it2123@sspu-opava.cz::6e7e6df8-03dd-48f8-be70-c6fa9e881a9b" providerId="AD" clId="Web-{953984B4-8DED-64B5-C56E-24483143DE30}" dt="2024-10-14T17:02:35.760" v="34"/>
        <pc:sldMkLst>
          <pc:docMk/>
          <pc:sldMk cId="2241459136" sldId="279"/>
        </pc:sldMkLst>
      </pc:sldChg>
      <pc:sldChg chg="addSp modSp new">
        <pc:chgData name="Marek Samel" userId="S::it2123@sspu-opava.cz::6e7e6df8-03dd-48f8-be70-c6fa9e881a9b" providerId="AD" clId="Web-{953984B4-8DED-64B5-C56E-24483143DE30}" dt="2024-10-14T18:23:39.910" v="1168" actId="20577"/>
        <pc:sldMkLst>
          <pc:docMk/>
          <pc:sldMk cId="3804581898" sldId="279"/>
        </pc:sldMkLst>
        <pc:spChg chg="mod">
          <ac:chgData name="Marek Samel" userId="S::it2123@sspu-opava.cz::6e7e6df8-03dd-48f8-be70-c6fa9e881a9b" providerId="AD" clId="Web-{953984B4-8DED-64B5-C56E-24483143DE30}" dt="2024-10-14T18:17:54.697" v="1089" actId="14100"/>
          <ac:spMkLst>
            <pc:docMk/>
            <pc:sldMk cId="3804581898" sldId="279"/>
            <ac:spMk id="2" creationId="{B9AC0100-3BE5-FB76-8AD8-61E10B8DC3B8}"/>
          </ac:spMkLst>
        </pc:spChg>
        <pc:spChg chg="mod">
          <ac:chgData name="Marek Samel" userId="S::it2123@sspu-opava.cz::6e7e6df8-03dd-48f8-be70-c6fa9e881a9b" providerId="AD" clId="Web-{953984B4-8DED-64B5-C56E-24483143DE30}" dt="2024-10-14T18:23:39.910" v="1168" actId="20577"/>
          <ac:spMkLst>
            <pc:docMk/>
            <pc:sldMk cId="3804581898" sldId="279"/>
            <ac:spMk id="3" creationId="{27800A26-62AB-7DFC-2834-BCE9CB5AB89F}"/>
          </ac:spMkLst>
        </pc:spChg>
        <pc:picChg chg="add mod">
          <ac:chgData name="Marek Samel" userId="S::it2123@sspu-opava.cz::6e7e6df8-03dd-48f8-be70-c6fa9e881a9b" providerId="AD" clId="Web-{953984B4-8DED-64B5-C56E-24483143DE30}" dt="2024-10-14T18:22:00.231" v="1144" actId="14100"/>
          <ac:picMkLst>
            <pc:docMk/>
            <pc:sldMk cId="3804581898" sldId="279"/>
            <ac:picMk id="5" creationId="{F2BD490D-8EF3-327B-590B-8E1309B25C1A}"/>
          </ac:picMkLst>
        </pc:picChg>
      </pc:sldChg>
      <pc:sldChg chg="add del replId">
        <pc:chgData name="Marek Samel" userId="S::it2123@sspu-opava.cz::6e7e6df8-03dd-48f8-be70-c6fa9e881a9b" providerId="AD" clId="Web-{953984B4-8DED-64B5-C56E-24483143DE30}" dt="2024-10-14T17:03:20.404" v="47"/>
        <pc:sldMkLst>
          <pc:docMk/>
          <pc:sldMk cId="4049603068" sldId="279"/>
        </pc:sldMkLst>
      </pc:sldChg>
      <pc:sldChg chg="del">
        <pc:chgData name="Marek Samel" userId="S::it2123@sspu-opava.cz::6e7e6df8-03dd-48f8-be70-c6fa9e881a9b" providerId="AD" clId="Web-{953984B4-8DED-64B5-C56E-24483143DE30}" dt="2024-10-14T17:02:35.760" v="33"/>
        <pc:sldMkLst>
          <pc:docMk/>
          <pc:sldMk cId="334696707" sldId="280"/>
        </pc:sldMkLst>
      </pc:sldChg>
      <pc:sldChg chg="add del replId">
        <pc:chgData name="Marek Samel" userId="S::it2123@sspu-opava.cz::6e7e6df8-03dd-48f8-be70-c6fa9e881a9b" providerId="AD" clId="Web-{953984B4-8DED-64B5-C56E-24483143DE30}" dt="2024-10-14T17:03:18.732" v="46"/>
        <pc:sldMkLst>
          <pc:docMk/>
          <pc:sldMk cId="3947767459" sldId="280"/>
        </pc:sldMkLst>
      </pc:sldChg>
      <pc:sldChg chg="addSp delSp modSp new">
        <pc:chgData name="Marek Samel" userId="S::it2123@sspu-opava.cz::6e7e6df8-03dd-48f8-be70-c6fa9e881a9b" providerId="AD" clId="Web-{953984B4-8DED-64B5-C56E-24483143DE30}" dt="2024-10-14T18:28:00.429" v="1252" actId="1076"/>
        <pc:sldMkLst>
          <pc:docMk/>
          <pc:sldMk cId="3948129126" sldId="280"/>
        </pc:sldMkLst>
        <pc:spChg chg="mod">
          <ac:chgData name="Marek Samel" userId="S::it2123@sspu-opava.cz::6e7e6df8-03dd-48f8-be70-c6fa9e881a9b" providerId="AD" clId="Web-{953984B4-8DED-64B5-C56E-24483143DE30}" dt="2024-10-14T18:26:32.985" v="1230" actId="20577"/>
          <ac:spMkLst>
            <pc:docMk/>
            <pc:sldMk cId="3948129126" sldId="280"/>
            <ac:spMk id="2" creationId="{B91DCC2F-34E7-2003-311D-F055DF8D355A}"/>
          </ac:spMkLst>
        </pc:spChg>
        <pc:spChg chg="del">
          <ac:chgData name="Marek Samel" userId="S::it2123@sspu-opava.cz::6e7e6df8-03dd-48f8-be70-c6fa9e881a9b" providerId="AD" clId="Web-{953984B4-8DED-64B5-C56E-24483143DE30}" dt="2024-10-14T18:23:10.642" v="1146"/>
          <ac:spMkLst>
            <pc:docMk/>
            <pc:sldMk cId="3948129126" sldId="280"/>
            <ac:spMk id="3" creationId="{DBD90607-4B2A-B3F8-8B44-F383299B0EC4}"/>
          </ac:spMkLst>
        </pc:spChg>
        <pc:spChg chg="mod">
          <ac:chgData name="Marek Samel" userId="S::it2123@sspu-opava.cz::6e7e6df8-03dd-48f8-be70-c6fa9e881a9b" providerId="AD" clId="Web-{953984B4-8DED-64B5-C56E-24483143DE30}" dt="2024-10-14T18:27:44.381" v="1248" actId="20577"/>
          <ac:spMkLst>
            <pc:docMk/>
            <pc:sldMk cId="3948129126" sldId="280"/>
            <ac:spMk id="5" creationId="{5B348B95-8FC4-74C8-C46F-AFDCFA8B17A3}"/>
          </ac:spMkLst>
        </pc:spChg>
        <pc:picChg chg="add mod">
          <ac:chgData name="Marek Samel" userId="S::it2123@sspu-opava.cz::6e7e6df8-03dd-48f8-be70-c6fa9e881a9b" providerId="AD" clId="Web-{953984B4-8DED-64B5-C56E-24483143DE30}" dt="2024-10-14T18:28:00.429" v="1252" actId="1076"/>
          <ac:picMkLst>
            <pc:docMk/>
            <pc:sldMk cId="3948129126" sldId="280"/>
            <ac:picMk id="6" creationId="{E530513F-513E-7035-CFC5-38E178E88627}"/>
          </ac:picMkLst>
        </pc:picChg>
      </pc:sldChg>
      <pc:sldChg chg="del">
        <pc:chgData name="Marek Samel" userId="S::it2123@sspu-opava.cz::6e7e6df8-03dd-48f8-be70-c6fa9e881a9b" providerId="AD" clId="Web-{953984B4-8DED-64B5-C56E-24483143DE30}" dt="2024-10-14T17:02:35.760" v="32"/>
        <pc:sldMkLst>
          <pc:docMk/>
          <pc:sldMk cId="103458723" sldId="281"/>
        </pc:sldMkLst>
      </pc:sldChg>
      <pc:sldChg chg="addSp modSp new">
        <pc:chgData name="Marek Samel" userId="S::it2123@sspu-opava.cz::6e7e6df8-03dd-48f8-be70-c6fa9e881a9b" providerId="AD" clId="Web-{953984B4-8DED-64B5-C56E-24483143DE30}" dt="2024-10-14T18:36:37.607" v="1363" actId="14100"/>
        <pc:sldMkLst>
          <pc:docMk/>
          <pc:sldMk cId="197043366" sldId="281"/>
        </pc:sldMkLst>
        <pc:spChg chg="mod">
          <ac:chgData name="Marek Samel" userId="S::it2123@sspu-opava.cz::6e7e6df8-03dd-48f8-be70-c6fa9e881a9b" providerId="AD" clId="Web-{953984B4-8DED-64B5-C56E-24483143DE30}" dt="2024-10-14T18:31:14.630" v="1285" actId="1076"/>
          <ac:spMkLst>
            <pc:docMk/>
            <pc:sldMk cId="197043366" sldId="281"/>
            <ac:spMk id="2" creationId="{BA6E4BA9-F85F-B667-FF60-2E36518B2D91}"/>
          </ac:spMkLst>
        </pc:spChg>
        <pc:spChg chg="mod">
          <ac:chgData name="Marek Samel" userId="S::it2123@sspu-opava.cz::6e7e6df8-03dd-48f8-be70-c6fa9e881a9b" providerId="AD" clId="Web-{953984B4-8DED-64B5-C56E-24483143DE30}" dt="2024-10-14T18:36:24.262" v="1358" actId="20577"/>
          <ac:spMkLst>
            <pc:docMk/>
            <pc:sldMk cId="197043366" sldId="281"/>
            <ac:spMk id="3" creationId="{7E75FF88-5B74-2E5F-EA66-87984D3BAE71}"/>
          </ac:spMkLst>
        </pc:spChg>
        <pc:picChg chg="add mod">
          <ac:chgData name="Marek Samel" userId="S::it2123@sspu-opava.cz::6e7e6df8-03dd-48f8-be70-c6fa9e881a9b" providerId="AD" clId="Web-{953984B4-8DED-64B5-C56E-24483143DE30}" dt="2024-10-14T18:36:37.607" v="1363" actId="14100"/>
          <ac:picMkLst>
            <pc:docMk/>
            <pc:sldMk cId="197043366" sldId="281"/>
            <ac:picMk id="5" creationId="{7B03F7F2-D97C-77C9-7F76-7B4FE516C40B}"/>
          </ac:picMkLst>
        </pc:picChg>
      </pc:sldChg>
      <pc:sldChg chg="del">
        <pc:chgData name="Marek Samel" userId="S::it2123@sspu-opava.cz::6e7e6df8-03dd-48f8-be70-c6fa9e881a9b" providerId="AD" clId="Web-{953984B4-8DED-64B5-C56E-24483143DE30}" dt="2024-10-14T17:02:35.760" v="31"/>
        <pc:sldMkLst>
          <pc:docMk/>
          <pc:sldMk cId="636929804" sldId="282"/>
        </pc:sldMkLst>
      </pc:sldChg>
      <pc:sldChg chg="del">
        <pc:chgData name="Marek Samel" userId="S::it2123@sspu-opava.cz::6e7e6df8-03dd-48f8-be70-c6fa9e881a9b" providerId="AD" clId="Web-{953984B4-8DED-64B5-C56E-24483143DE30}" dt="2024-10-14T17:02:35.760" v="29"/>
        <pc:sldMkLst>
          <pc:docMk/>
          <pc:sldMk cId="1658164610" sldId="283"/>
        </pc:sldMkLst>
      </pc:sldChg>
      <pc:sldChg chg="del">
        <pc:chgData name="Marek Samel" userId="S::it2123@sspu-opava.cz::6e7e6df8-03dd-48f8-be70-c6fa9e881a9b" providerId="AD" clId="Web-{953984B4-8DED-64B5-C56E-24483143DE30}" dt="2024-10-14T17:02:35.760" v="28"/>
        <pc:sldMkLst>
          <pc:docMk/>
          <pc:sldMk cId="2403577982" sldId="284"/>
        </pc:sldMkLst>
      </pc:sldChg>
      <pc:sldChg chg="del">
        <pc:chgData name="Marek Samel" userId="S::it2123@sspu-opava.cz::6e7e6df8-03dd-48f8-be70-c6fa9e881a9b" providerId="AD" clId="Web-{953984B4-8DED-64B5-C56E-24483143DE30}" dt="2024-10-14T17:02:35.760" v="27"/>
        <pc:sldMkLst>
          <pc:docMk/>
          <pc:sldMk cId="2791821786" sldId="28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044232-186C-4D4D-8F7E-D19EACE2166B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DF01915-08AC-496B-82BD-F5250F755BD2}">
      <dgm:prSet/>
      <dgm:spPr/>
      <dgm:t>
        <a:bodyPr/>
        <a:lstStyle/>
        <a:p>
          <a:pPr rtl="0"/>
          <a:r>
            <a:rPr lang="en-US" b="0" err="1"/>
            <a:t>Podle</a:t>
          </a:r>
          <a:r>
            <a:rPr lang="en-US" b="0"/>
            <a:t> </a:t>
          </a:r>
          <a:r>
            <a:rPr lang="en-US" b="0" err="1"/>
            <a:t>typu</a:t>
          </a:r>
          <a:r>
            <a:rPr lang="en-US" b="0"/>
            <a:t> </a:t>
          </a:r>
          <a:r>
            <a:rPr lang="en-US" b="0">
              <a:latin typeface="Tenorite"/>
            </a:rPr>
            <a:t>přenosu dat</a:t>
          </a:r>
          <a:endParaRPr lang="en-US" b="0"/>
        </a:p>
      </dgm:t>
    </dgm:pt>
    <dgm:pt modelId="{ED07D6F4-526C-4F8E-A1C7-0E8D8213ADF3}" type="parTrans" cxnId="{1821A117-FBA5-4C4A-90DE-10913320A925}">
      <dgm:prSet/>
      <dgm:spPr/>
      <dgm:t>
        <a:bodyPr/>
        <a:lstStyle/>
        <a:p>
          <a:endParaRPr lang="en-US"/>
        </a:p>
      </dgm:t>
    </dgm:pt>
    <dgm:pt modelId="{4A2F26DA-6761-4CC7-A99C-0BA9DF7F81D8}" type="sibTrans" cxnId="{1821A117-FBA5-4C4A-90DE-10913320A925}">
      <dgm:prSet/>
      <dgm:spPr/>
      <dgm:t>
        <a:bodyPr/>
        <a:lstStyle/>
        <a:p>
          <a:endParaRPr lang="en-US"/>
        </a:p>
      </dgm:t>
    </dgm:pt>
    <dgm:pt modelId="{B8A8AB03-4136-4275-A92F-A27EBA556966}">
      <dgm:prSet/>
      <dgm:spPr/>
      <dgm:t>
        <a:bodyPr/>
        <a:lstStyle/>
        <a:p>
          <a:r>
            <a:rPr lang="en-US" err="1"/>
            <a:t>Komutační</a:t>
          </a:r>
          <a:endParaRPr lang="en-US"/>
        </a:p>
      </dgm:t>
    </dgm:pt>
    <dgm:pt modelId="{DBBEB627-08C5-48DD-8224-E254BA4AD8FE}" type="parTrans" cxnId="{04986F7F-4A8D-48F9-A271-BF258C7F6278}">
      <dgm:prSet/>
      <dgm:spPr/>
      <dgm:t>
        <a:bodyPr/>
        <a:lstStyle/>
        <a:p>
          <a:endParaRPr lang="en-US"/>
        </a:p>
      </dgm:t>
    </dgm:pt>
    <dgm:pt modelId="{9553E0C4-6601-47E2-8C7A-EB68C91835B8}" type="sibTrans" cxnId="{04986F7F-4A8D-48F9-A271-BF258C7F6278}">
      <dgm:prSet/>
      <dgm:spPr/>
      <dgm:t>
        <a:bodyPr/>
        <a:lstStyle/>
        <a:p>
          <a:endParaRPr lang="en-US"/>
        </a:p>
      </dgm:t>
    </dgm:pt>
    <dgm:pt modelId="{2630DC90-198F-4650-9779-89AC94F2D7B4}">
      <dgm:prSet/>
      <dgm:spPr/>
      <dgm:t>
        <a:bodyPr/>
        <a:lstStyle/>
        <a:p>
          <a:r>
            <a:rPr lang="en-US" err="1"/>
            <a:t>Paketová</a:t>
          </a:r>
          <a:endParaRPr lang="en-US"/>
        </a:p>
      </dgm:t>
    </dgm:pt>
    <dgm:pt modelId="{5C50D720-5805-4000-A44E-BA3B19E0FF4A}" type="parTrans" cxnId="{F8CDF7A6-7684-4BC1-B24B-B2B1BEB2E41A}">
      <dgm:prSet/>
      <dgm:spPr/>
      <dgm:t>
        <a:bodyPr/>
        <a:lstStyle/>
        <a:p>
          <a:endParaRPr lang="en-US"/>
        </a:p>
      </dgm:t>
    </dgm:pt>
    <dgm:pt modelId="{6150BCFD-972F-4D8B-B5FE-6A8531A018D5}" type="sibTrans" cxnId="{F8CDF7A6-7684-4BC1-B24B-B2B1BEB2E41A}">
      <dgm:prSet/>
      <dgm:spPr/>
      <dgm:t>
        <a:bodyPr/>
        <a:lstStyle/>
        <a:p>
          <a:endParaRPr lang="en-US"/>
        </a:p>
      </dgm:t>
    </dgm:pt>
    <dgm:pt modelId="{B528E3B7-DF22-4A37-9562-DAE40A15B9F7}">
      <dgm:prSet/>
      <dgm:spPr/>
      <dgm:t>
        <a:bodyPr/>
        <a:lstStyle/>
        <a:p>
          <a:r>
            <a:rPr lang="en-US" err="1"/>
            <a:t>Podle</a:t>
          </a:r>
          <a:r>
            <a:rPr lang="en-US"/>
            <a:t> </a:t>
          </a:r>
          <a:r>
            <a:rPr lang="en-US" err="1"/>
            <a:t>vlastnictví</a:t>
          </a:r>
          <a:endParaRPr lang="en-US"/>
        </a:p>
      </dgm:t>
    </dgm:pt>
    <dgm:pt modelId="{8979B6E0-EDBC-4C05-8475-11FB34F4A8F4}" type="parTrans" cxnId="{AB1C1048-02EF-43F6-9D4E-931239C7E4AC}">
      <dgm:prSet/>
      <dgm:spPr/>
      <dgm:t>
        <a:bodyPr/>
        <a:lstStyle/>
        <a:p>
          <a:endParaRPr lang="en-US"/>
        </a:p>
      </dgm:t>
    </dgm:pt>
    <dgm:pt modelId="{7958BB14-F4A3-4B27-91AA-D362C0DA0BF9}" type="sibTrans" cxnId="{AB1C1048-02EF-43F6-9D4E-931239C7E4AC}">
      <dgm:prSet/>
      <dgm:spPr/>
      <dgm:t>
        <a:bodyPr/>
        <a:lstStyle/>
        <a:p>
          <a:endParaRPr lang="en-US"/>
        </a:p>
      </dgm:t>
    </dgm:pt>
    <dgm:pt modelId="{D4D0616B-EBA3-4CE5-8EE5-60F00CA8F619}">
      <dgm:prSet/>
      <dgm:spPr/>
      <dgm:t>
        <a:bodyPr/>
        <a:lstStyle/>
        <a:p>
          <a:r>
            <a:rPr lang="en-US" err="1"/>
            <a:t>Privátní</a:t>
          </a:r>
          <a:endParaRPr lang="en-US"/>
        </a:p>
      </dgm:t>
    </dgm:pt>
    <dgm:pt modelId="{3EF6F057-ECA1-444C-9315-D0D308BB357A}" type="parTrans" cxnId="{8E0EA676-1C02-4A8F-AF16-1C2028310E13}">
      <dgm:prSet/>
      <dgm:spPr/>
      <dgm:t>
        <a:bodyPr/>
        <a:lstStyle/>
        <a:p>
          <a:endParaRPr lang="en-US"/>
        </a:p>
      </dgm:t>
    </dgm:pt>
    <dgm:pt modelId="{1B455D48-BC37-4931-8768-4F7123BDFABD}" type="sibTrans" cxnId="{8E0EA676-1C02-4A8F-AF16-1C2028310E13}">
      <dgm:prSet/>
      <dgm:spPr/>
      <dgm:t>
        <a:bodyPr/>
        <a:lstStyle/>
        <a:p>
          <a:endParaRPr lang="en-US"/>
        </a:p>
      </dgm:t>
    </dgm:pt>
    <dgm:pt modelId="{FD32B8FF-F511-489E-A250-4DA1D2D1D5BB}">
      <dgm:prSet/>
      <dgm:spPr/>
      <dgm:t>
        <a:bodyPr/>
        <a:lstStyle/>
        <a:p>
          <a:r>
            <a:rPr lang="en-US" err="1"/>
            <a:t>Veřejná</a:t>
          </a:r>
          <a:endParaRPr lang="en-US"/>
        </a:p>
      </dgm:t>
    </dgm:pt>
    <dgm:pt modelId="{75BE7ADD-810B-4E87-BAB3-F0F1C51E18E2}" type="parTrans" cxnId="{AEF20772-33F4-4FD5-941F-A7E493D2DB47}">
      <dgm:prSet/>
      <dgm:spPr/>
      <dgm:t>
        <a:bodyPr/>
        <a:lstStyle/>
        <a:p>
          <a:endParaRPr lang="en-US"/>
        </a:p>
      </dgm:t>
    </dgm:pt>
    <dgm:pt modelId="{2735F21F-B469-47AE-BF0B-BC2495CECD3D}" type="sibTrans" cxnId="{AEF20772-33F4-4FD5-941F-A7E493D2DB47}">
      <dgm:prSet/>
      <dgm:spPr/>
      <dgm:t>
        <a:bodyPr/>
        <a:lstStyle/>
        <a:p>
          <a:endParaRPr lang="en-US"/>
        </a:p>
      </dgm:t>
    </dgm:pt>
    <dgm:pt modelId="{12732924-5359-45E0-AF88-E6F85EAD70B5}">
      <dgm:prSet/>
      <dgm:spPr/>
      <dgm:t>
        <a:bodyPr/>
        <a:lstStyle/>
        <a:p>
          <a:r>
            <a:rPr lang="en-US" err="1"/>
            <a:t>Datová</a:t>
          </a:r>
          <a:endParaRPr lang="en-US"/>
        </a:p>
      </dgm:t>
    </dgm:pt>
    <dgm:pt modelId="{C57E94EB-A92F-4F41-9D7F-83C22B9E55FD}" type="parTrans" cxnId="{FC824F44-BFB5-427E-ACF4-32F938EE266C}">
      <dgm:prSet/>
      <dgm:spPr/>
      <dgm:t>
        <a:bodyPr/>
        <a:lstStyle/>
        <a:p>
          <a:endParaRPr lang="en-US"/>
        </a:p>
      </dgm:t>
    </dgm:pt>
    <dgm:pt modelId="{D6B6950D-5355-46DF-A04F-EB293107E3DC}" type="sibTrans" cxnId="{FC824F44-BFB5-427E-ACF4-32F938EE266C}">
      <dgm:prSet/>
      <dgm:spPr/>
      <dgm:t>
        <a:bodyPr/>
        <a:lstStyle/>
        <a:p>
          <a:endParaRPr lang="en-US"/>
        </a:p>
      </dgm:t>
    </dgm:pt>
    <dgm:pt modelId="{1591BA14-CA1E-4EBB-8AEB-D9DCC745320B}">
      <dgm:prSet/>
      <dgm:spPr/>
      <dgm:t>
        <a:bodyPr/>
        <a:lstStyle/>
        <a:p>
          <a:r>
            <a:rPr lang="en-US" err="1"/>
            <a:t>Podle</a:t>
          </a:r>
          <a:r>
            <a:rPr lang="en-US"/>
            <a:t> </a:t>
          </a:r>
          <a:r>
            <a:rPr lang="en-US" err="1"/>
            <a:t>fyzické</a:t>
          </a:r>
          <a:r>
            <a:rPr lang="en-US"/>
            <a:t> </a:t>
          </a:r>
          <a:r>
            <a:rPr lang="en-US" err="1"/>
            <a:t>rozlehlosti</a:t>
          </a:r>
          <a:endParaRPr lang="en-US"/>
        </a:p>
      </dgm:t>
    </dgm:pt>
    <dgm:pt modelId="{B3226475-5464-4A97-95D0-49C32134DE80}" type="parTrans" cxnId="{BD063AA9-A088-4F8D-801E-67CA15AD7AF7}">
      <dgm:prSet/>
      <dgm:spPr/>
      <dgm:t>
        <a:bodyPr/>
        <a:lstStyle/>
        <a:p>
          <a:endParaRPr lang="en-US"/>
        </a:p>
      </dgm:t>
    </dgm:pt>
    <dgm:pt modelId="{A659EB30-BCD6-4104-A524-C472BEEDFF14}" type="sibTrans" cxnId="{BD063AA9-A088-4F8D-801E-67CA15AD7AF7}">
      <dgm:prSet/>
      <dgm:spPr/>
      <dgm:t>
        <a:bodyPr/>
        <a:lstStyle/>
        <a:p>
          <a:endParaRPr lang="en-US"/>
        </a:p>
      </dgm:t>
    </dgm:pt>
    <dgm:pt modelId="{B101088B-7999-4B9B-8BAB-47FD8AEFEC2C}">
      <dgm:prSet/>
      <dgm:spPr/>
      <dgm:t>
        <a:bodyPr/>
        <a:lstStyle/>
        <a:p>
          <a:r>
            <a:rPr lang="en-US"/>
            <a:t>LAN</a:t>
          </a:r>
        </a:p>
      </dgm:t>
    </dgm:pt>
    <dgm:pt modelId="{5F1FAE11-01D9-4C14-96A2-9413A2797BC4}" type="parTrans" cxnId="{3DEA50A4-FE3F-4EED-857A-454FB9EC302F}">
      <dgm:prSet/>
      <dgm:spPr/>
      <dgm:t>
        <a:bodyPr/>
        <a:lstStyle/>
        <a:p>
          <a:endParaRPr lang="en-US"/>
        </a:p>
      </dgm:t>
    </dgm:pt>
    <dgm:pt modelId="{9BE672C7-3107-489A-A1B3-0D3FCCAA38B7}" type="sibTrans" cxnId="{3DEA50A4-FE3F-4EED-857A-454FB9EC302F}">
      <dgm:prSet/>
      <dgm:spPr/>
      <dgm:t>
        <a:bodyPr/>
        <a:lstStyle/>
        <a:p>
          <a:endParaRPr lang="en-US"/>
        </a:p>
      </dgm:t>
    </dgm:pt>
    <dgm:pt modelId="{E897DF1C-D525-4F22-975B-93F8AA87CE2C}">
      <dgm:prSet/>
      <dgm:spPr/>
      <dgm:t>
        <a:bodyPr/>
        <a:lstStyle/>
        <a:p>
          <a:r>
            <a:rPr lang="en-US"/>
            <a:t>MAN</a:t>
          </a:r>
        </a:p>
      </dgm:t>
    </dgm:pt>
    <dgm:pt modelId="{876BB478-F709-4581-B20B-A6505FCBBF94}" type="parTrans" cxnId="{2EE7B998-A26E-4EE6-9825-CA8C318E1386}">
      <dgm:prSet/>
      <dgm:spPr/>
      <dgm:t>
        <a:bodyPr/>
        <a:lstStyle/>
        <a:p>
          <a:endParaRPr lang="en-US"/>
        </a:p>
      </dgm:t>
    </dgm:pt>
    <dgm:pt modelId="{44696496-496A-4814-9813-9AA630BE6AEF}" type="sibTrans" cxnId="{2EE7B998-A26E-4EE6-9825-CA8C318E1386}">
      <dgm:prSet/>
      <dgm:spPr/>
      <dgm:t>
        <a:bodyPr/>
        <a:lstStyle/>
        <a:p>
          <a:endParaRPr lang="en-US"/>
        </a:p>
      </dgm:t>
    </dgm:pt>
    <dgm:pt modelId="{2BBA9999-B015-4197-8E50-BC999D47C816}">
      <dgm:prSet/>
      <dgm:spPr/>
      <dgm:t>
        <a:bodyPr/>
        <a:lstStyle/>
        <a:p>
          <a:r>
            <a:rPr lang="en-US"/>
            <a:t>WAN</a:t>
          </a:r>
        </a:p>
      </dgm:t>
    </dgm:pt>
    <dgm:pt modelId="{9F1D788D-5CCB-4688-B2AB-C2DF2C8C0D18}" type="parTrans" cxnId="{D7125077-4D54-4AED-B45E-0AAB902128F2}">
      <dgm:prSet/>
      <dgm:spPr/>
      <dgm:t>
        <a:bodyPr/>
        <a:lstStyle/>
        <a:p>
          <a:endParaRPr lang="en-US"/>
        </a:p>
      </dgm:t>
    </dgm:pt>
    <dgm:pt modelId="{D4EFD3A9-6E92-450F-874A-4397F9F618ED}" type="sibTrans" cxnId="{D7125077-4D54-4AED-B45E-0AAB902128F2}">
      <dgm:prSet/>
      <dgm:spPr/>
      <dgm:t>
        <a:bodyPr/>
        <a:lstStyle/>
        <a:p>
          <a:endParaRPr lang="en-US"/>
        </a:p>
      </dgm:t>
    </dgm:pt>
    <dgm:pt modelId="{ED1BFD57-8773-4118-B485-12E5734B8242}">
      <dgm:prSet/>
      <dgm:spPr/>
      <dgm:t>
        <a:bodyPr/>
        <a:lstStyle/>
        <a:p>
          <a:r>
            <a:rPr lang="en-US"/>
            <a:t>VPN</a:t>
          </a:r>
        </a:p>
      </dgm:t>
    </dgm:pt>
    <dgm:pt modelId="{155EA9E0-4A8C-4DAE-94C1-576F471C8123}" type="parTrans" cxnId="{75ED1500-7709-4D2D-9AD3-91506FB11DAD}">
      <dgm:prSet/>
      <dgm:spPr/>
      <dgm:t>
        <a:bodyPr/>
        <a:lstStyle/>
        <a:p>
          <a:endParaRPr lang="en-US"/>
        </a:p>
      </dgm:t>
    </dgm:pt>
    <dgm:pt modelId="{1E2BBE4D-828B-4507-B7F3-35BC4E4A5C7F}" type="sibTrans" cxnId="{75ED1500-7709-4D2D-9AD3-91506FB11DAD}">
      <dgm:prSet/>
      <dgm:spPr/>
      <dgm:t>
        <a:bodyPr/>
        <a:lstStyle/>
        <a:p>
          <a:endParaRPr lang="en-US"/>
        </a:p>
      </dgm:t>
    </dgm:pt>
    <dgm:pt modelId="{E48F96FE-5908-4735-9E67-8D8E4CBA07C1}">
      <dgm:prSet/>
      <dgm:spPr/>
      <dgm:t>
        <a:bodyPr/>
        <a:lstStyle/>
        <a:p>
          <a:r>
            <a:rPr lang="en-US" err="1"/>
            <a:t>Podle</a:t>
          </a:r>
          <a:r>
            <a:rPr lang="en-US"/>
            <a:t> </a:t>
          </a:r>
          <a:r>
            <a:rPr lang="en-US" err="1"/>
            <a:t>organizační</a:t>
          </a:r>
          <a:r>
            <a:rPr lang="en-US"/>
            <a:t> </a:t>
          </a:r>
          <a:r>
            <a:rPr lang="en-US" err="1"/>
            <a:t>rozlehlosti</a:t>
          </a:r>
          <a:endParaRPr lang="en-US"/>
        </a:p>
      </dgm:t>
    </dgm:pt>
    <dgm:pt modelId="{652EED8A-90E7-4A66-BAEC-067E46707FA8}" type="parTrans" cxnId="{930BD2BE-B069-4F59-A7FF-4A6A5D0D0128}">
      <dgm:prSet/>
      <dgm:spPr/>
      <dgm:t>
        <a:bodyPr/>
        <a:lstStyle/>
        <a:p>
          <a:endParaRPr lang="en-US"/>
        </a:p>
      </dgm:t>
    </dgm:pt>
    <dgm:pt modelId="{050264FC-FBE5-4386-8E3A-FAB771449A06}" type="sibTrans" cxnId="{930BD2BE-B069-4F59-A7FF-4A6A5D0D0128}">
      <dgm:prSet/>
      <dgm:spPr/>
      <dgm:t>
        <a:bodyPr/>
        <a:lstStyle/>
        <a:p>
          <a:endParaRPr lang="en-US"/>
        </a:p>
      </dgm:t>
    </dgm:pt>
    <dgm:pt modelId="{6AD76405-7D52-482F-BE6D-741314D11B08}">
      <dgm:prSet/>
      <dgm:spPr/>
      <dgm:t>
        <a:bodyPr/>
        <a:lstStyle/>
        <a:p>
          <a:r>
            <a:rPr lang="en-US"/>
            <a:t>Intranet</a:t>
          </a:r>
        </a:p>
      </dgm:t>
    </dgm:pt>
    <dgm:pt modelId="{93792E6D-5BF8-4765-896A-E2A17AC06C06}" type="parTrans" cxnId="{EAFE0439-0235-48B8-A403-6C21A1D192E1}">
      <dgm:prSet/>
      <dgm:spPr/>
      <dgm:t>
        <a:bodyPr/>
        <a:lstStyle/>
        <a:p>
          <a:endParaRPr lang="en-US"/>
        </a:p>
      </dgm:t>
    </dgm:pt>
    <dgm:pt modelId="{37D1FAFD-846C-4B05-BB36-26019B7ED464}" type="sibTrans" cxnId="{EAFE0439-0235-48B8-A403-6C21A1D192E1}">
      <dgm:prSet/>
      <dgm:spPr/>
      <dgm:t>
        <a:bodyPr/>
        <a:lstStyle/>
        <a:p>
          <a:endParaRPr lang="en-US"/>
        </a:p>
      </dgm:t>
    </dgm:pt>
    <dgm:pt modelId="{702FFAB8-B097-4CBC-AA8A-E2796319F05A}">
      <dgm:prSet/>
      <dgm:spPr/>
      <dgm:t>
        <a:bodyPr/>
        <a:lstStyle/>
        <a:p>
          <a:r>
            <a:rPr lang="en-US"/>
            <a:t>Internet</a:t>
          </a:r>
        </a:p>
      </dgm:t>
    </dgm:pt>
    <dgm:pt modelId="{ECE561F3-B0B8-47F7-83B0-2F6D91960BC2}" type="parTrans" cxnId="{76063AEF-0464-4AAD-928B-27B121BE26DD}">
      <dgm:prSet/>
      <dgm:spPr/>
      <dgm:t>
        <a:bodyPr/>
        <a:lstStyle/>
        <a:p>
          <a:endParaRPr lang="en-US"/>
        </a:p>
      </dgm:t>
    </dgm:pt>
    <dgm:pt modelId="{F595F541-84E0-4BA1-A942-196A1FBB7CB2}" type="sibTrans" cxnId="{76063AEF-0464-4AAD-928B-27B121BE26DD}">
      <dgm:prSet/>
      <dgm:spPr/>
      <dgm:t>
        <a:bodyPr/>
        <a:lstStyle/>
        <a:p>
          <a:endParaRPr lang="en-US"/>
        </a:p>
      </dgm:t>
    </dgm:pt>
    <dgm:pt modelId="{861BC280-390E-479A-8FB6-58D8B85CE410}" type="pres">
      <dgm:prSet presAssocID="{E7044232-186C-4D4D-8F7E-D19EACE2166B}" presName="linear" presStyleCnt="0">
        <dgm:presLayoutVars>
          <dgm:dir/>
          <dgm:animLvl val="lvl"/>
          <dgm:resizeHandles val="exact"/>
        </dgm:presLayoutVars>
      </dgm:prSet>
      <dgm:spPr/>
    </dgm:pt>
    <dgm:pt modelId="{683B39DD-8F6F-457A-A377-DDB5BF21B162}" type="pres">
      <dgm:prSet presAssocID="{DDF01915-08AC-496B-82BD-F5250F755BD2}" presName="parentLin" presStyleCnt="0"/>
      <dgm:spPr/>
    </dgm:pt>
    <dgm:pt modelId="{ED7D8791-9F89-4DC8-B9ED-C3B1FD1EA15B}" type="pres">
      <dgm:prSet presAssocID="{DDF01915-08AC-496B-82BD-F5250F755BD2}" presName="parentLeftMargin" presStyleLbl="node1" presStyleIdx="0" presStyleCnt="4"/>
      <dgm:spPr/>
    </dgm:pt>
    <dgm:pt modelId="{C4650801-0F75-4430-B45B-2FEB3B4BDAFD}" type="pres">
      <dgm:prSet presAssocID="{DDF01915-08AC-496B-82BD-F5250F755B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F0B94B-63F9-4E21-BF83-6161A9A7F08B}" type="pres">
      <dgm:prSet presAssocID="{DDF01915-08AC-496B-82BD-F5250F755BD2}" presName="negativeSpace" presStyleCnt="0"/>
      <dgm:spPr/>
    </dgm:pt>
    <dgm:pt modelId="{188F8FBB-E322-4C98-BC47-BA1635DCDF03}" type="pres">
      <dgm:prSet presAssocID="{DDF01915-08AC-496B-82BD-F5250F755BD2}" presName="childText" presStyleLbl="conFgAcc1" presStyleIdx="0" presStyleCnt="4">
        <dgm:presLayoutVars>
          <dgm:bulletEnabled val="1"/>
        </dgm:presLayoutVars>
      </dgm:prSet>
      <dgm:spPr/>
    </dgm:pt>
    <dgm:pt modelId="{2B1304BE-41C9-4CA5-9282-EE363A651AAE}" type="pres">
      <dgm:prSet presAssocID="{4A2F26DA-6761-4CC7-A99C-0BA9DF7F81D8}" presName="spaceBetweenRectangles" presStyleCnt="0"/>
      <dgm:spPr/>
    </dgm:pt>
    <dgm:pt modelId="{0DF1DE5A-490B-429F-A127-F2D66CE47A5A}" type="pres">
      <dgm:prSet presAssocID="{B528E3B7-DF22-4A37-9562-DAE40A15B9F7}" presName="parentLin" presStyleCnt="0"/>
      <dgm:spPr/>
    </dgm:pt>
    <dgm:pt modelId="{C3EF1A86-DAE6-4C7C-AD7E-564F28A155C8}" type="pres">
      <dgm:prSet presAssocID="{B528E3B7-DF22-4A37-9562-DAE40A15B9F7}" presName="parentLeftMargin" presStyleLbl="node1" presStyleIdx="0" presStyleCnt="4"/>
      <dgm:spPr/>
    </dgm:pt>
    <dgm:pt modelId="{49A2DAB0-5F15-417F-BF31-6B5236C14D94}" type="pres">
      <dgm:prSet presAssocID="{B528E3B7-DF22-4A37-9562-DAE40A15B9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5CFB608-6202-459C-8EE9-670855C6CF04}" type="pres">
      <dgm:prSet presAssocID="{B528E3B7-DF22-4A37-9562-DAE40A15B9F7}" presName="negativeSpace" presStyleCnt="0"/>
      <dgm:spPr/>
    </dgm:pt>
    <dgm:pt modelId="{87D67A2F-FCEA-42DE-981B-2DA5083C35D1}" type="pres">
      <dgm:prSet presAssocID="{B528E3B7-DF22-4A37-9562-DAE40A15B9F7}" presName="childText" presStyleLbl="conFgAcc1" presStyleIdx="1" presStyleCnt="4">
        <dgm:presLayoutVars>
          <dgm:bulletEnabled val="1"/>
        </dgm:presLayoutVars>
      </dgm:prSet>
      <dgm:spPr/>
    </dgm:pt>
    <dgm:pt modelId="{3905E836-9ECB-4467-9384-6A442C4574E3}" type="pres">
      <dgm:prSet presAssocID="{7958BB14-F4A3-4B27-91AA-D362C0DA0BF9}" presName="spaceBetweenRectangles" presStyleCnt="0"/>
      <dgm:spPr/>
    </dgm:pt>
    <dgm:pt modelId="{AA8E860F-DD41-4D40-AE91-83C5AEFE787B}" type="pres">
      <dgm:prSet presAssocID="{1591BA14-CA1E-4EBB-8AEB-D9DCC745320B}" presName="parentLin" presStyleCnt="0"/>
      <dgm:spPr/>
    </dgm:pt>
    <dgm:pt modelId="{C83298A4-B7F7-42A5-AD5F-236749B1B13D}" type="pres">
      <dgm:prSet presAssocID="{1591BA14-CA1E-4EBB-8AEB-D9DCC745320B}" presName="parentLeftMargin" presStyleLbl="node1" presStyleIdx="1" presStyleCnt="4"/>
      <dgm:spPr/>
    </dgm:pt>
    <dgm:pt modelId="{D3393462-D776-4CA4-BE79-D8F57B9DA7AF}" type="pres">
      <dgm:prSet presAssocID="{1591BA14-CA1E-4EBB-8AEB-D9DCC745320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31CED0-25F8-4C04-ACC2-B4A81C33F93B}" type="pres">
      <dgm:prSet presAssocID="{1591BA14-CA1E-4EBB-8AEB-D9DCC745320B}" presName="negativeSpace" presStyleCnt="0"/>
      <dgm:spPr/>
    </dgm:pt>
    <dgm:pt modelId="{F6731278-20E0-417F-B361-80E5CBF97D03}" type="pres">
      <dgm:prSet presAssocID="{1591BA14-CA1E-4EBB-8AEB-D9DCC745320B}" presName="childText" presStyleLbl="conFgAcc1" presStyleIdx="2" presStyleCnt="4">
        <dgm:presLayoutVars>
          <dgm:bulletEnabled val="1"/>
        </dgm:presLayoutVars>
      </dgm:prSet>
      <dgm:spPr/>
    </dgm:pt>
    <dgm:pt modelId="{DB28392E-E6A7-4EF6-9599-F77DB74221E4}" type="pres">
      <dgm:prSet presAssocID="{A659EB30-BCD6-4104-A524-C472BEEDFF14}" presName="spaceBetweenRectangles" presStyleCnt="0"/>
      <dgm:spPr/>
    </dgm:pt>
    <dgm:pt modelId="{BD89DC77-00BA-4796-A664-2A799C06D175}" type="pres">
      <dgm:prSet presAssocID="{E48F96FE-5908-4735-9E67-8D8E4CBA07C1}" presName="parentLin" presStyleCnt="0"/>
      <dgm:spPr/>
    </dgm:pt>
    <dgm:pt modelId="{B9239730-5EE0-4C04-9ED3-2335293E22D9}" type="pres">
      <dgm:prSet presAssocID="{E48F96FE-5908-4735-9E67-8D8E4CBA07C1}" presName="parentLeftMargin" presStyleLbl="node1" presStyleIdx="2" presStyleCnt="4"/>
      <dgm:spPr/>
    </dgm:pt>
    <dgm:pt modelId="{6E7090B2-D7F9-4BD2-843F-E7715A7EB260}" type="pres">
      <dgm:prSet presAssocID="{E48F96FE-5908-4735-9E67-8D8E4CBA07C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0722DA4-C9EA-47C9-98FC-2BD451761D1B}" type="pres">
      <dgm:prSet presAssocID="{E48F96FE-5908-4735-9E67-8D8E4CBA07C1}" presName="negativeSpace" presStyleCnt="0"/>
      <dgm:spPr/>
    </dgm:pt>
    <dgm:pt modelId="{2F63862D-D5D5-45CB-AF2F-4BF069A193CD}" type="pres">
      <dgm:prSet presAssocID="{E48F96FE-5908-4735-9E67-8D8E4CBA07C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5ED1500-7709-4D2D-9AD3-91506FB11DAD}" srcId="{1591BA14-CA1E-4EBB-8AEB-D9DCC745320B}" destId="{ED1BFD57-8773-4118-B485-12E5734B8242}" srcOrd="3" destOrd="0" parTransId="{155EA9E0-4A8C-4DAE-94C1-576F471C8123}" sibTransId="{1E2BBE4D-828B-4507-B7F3-35BC4E4A5C7F}"/>
    <dgm:cxn modelId="{F0EEFF03-BF1F-4CEB-A0DF-D5655D7389B6}" type="presOf" srcId="{DDF01915-08AC-496B-82BD-F5250F755BD2}" destId="{C4650801-0F75-4430-B45B-2FEB3B4BDAFD}" srcOrd="1" destOrd="0" presId="urn:microsoft.com/office/officeart/2005/8/layout/list1"/>
    <dgm:cxn modelId="{1821A117-FBA5-4C4A-90DE-10913320A925}" srcId="{E7044232-186C-4D4D-8F7E-D19EACE2166B}" destId="{DDF01915-08AC-496B-82BD-F5250F755BD2}" srcOrd="0" destOrd="0" parTransId="{ED07D6F4-526C-4F8E-A1C7-0E8D8213ADF3}" sibTransId="{4A2F26DA-6761-4CC7-A99C-0BA9DF7F81D8}"/>
    <dgm:cxn modelId="{85A9D228-BB12-400D-A73C-2A85AD7BE333}" type="presOf" srcId="{DDF01915-08AC-496B-82BD-F5250F755BD2}" destId="{ED7D8791-9F89-4DC8-B9ED-C3B1FD1EA15B}" srcOrd="0" destOrd="0" presId="urn:microsoft.com/office/officeart/2005/8/layout/list1"/>
    <dgm:cxn modelId="{EAFE0439-0235-48B8-A403-6C21A1D192E1}" srcId="{E48F96FE-5908-4735-9E67-8D8E4CBA07C1}" destId="{6AD76405-7D52-482F-BE6D-741314D11B08}" srcOrd="0" destOrd="0" parTransId="{93792E6D-5BF8-4765-896A-E2A17AC06C06}" sibTransId="{37D1FAFD-846C-4B05-BB36-26019B7ED464}"/>
    <dgm:cxn modelId="{3989C53D-E769-45B0-98FD-4DA5CE359761}" type="presOf" srcId="{702FFAB8-B097-4CBC-AA8A-E2796319F05A}" destId="{2F63862D-D5D5-45CB-AF2F-4BF069A193CD}" srcOrd="0" destOrd="1" presId="urn:microsoft.com/office/officeart/2005/8/layout/list1"/>
    <dgm:cxn modelId="{FC824F44-BFB5-427E-ACF4-32F938EE266C}" srcId="{B528E3B7-DF22-4A37-9562-DAE40A15B9F7}" destId="{12732924-5359-45E0-AF88-E6F85EAD70B5}" srcOrd="2" destOrd="0" parTransId="{C57E94EB-A92F-4F41-9D7F-83C22B9E55FD}" sibTransId="{D6B6950D-5355-46DF-A04F-EB293107E3DC}"/>
    <dgm:cxn modelId="{AB1C1048-02EF-43F6-9D4E-931239C7E4AC}" srcId="{E7044232-186C-4D4D-8F7E-D19EACE2166B}" destId="{B528E3B7-DF22-4A37-9562-DAE40A15B9F7}" srcOrd="1" destOrd="0" parTransId="{8979B6E0-EDBC-4C05-8475-11FB34F4A8F4}" sibTransId="{7958BB14-F4A3-4B27-91AA-D362C0DA0BF9}"/>
    <dgm:cxn modelId="{AEF20772-33F4-4FD5-941F-A7E493D2DB47}" srcId="{B528E3B7-DF22-4A37-9562-DAE40A15B9F7}" destId="{FD32B8FF-F511-489E-A250-4DA1D2D1D5BB}" srcOrd="1" destOrd="0" parTransId="{75BE7ADD-810B-4E87-BAB3-F0F1C51E18E2}" sibTransId="{2735F21F-B469-47AE-BF0B-BC2495CECD3D}"/>
    <dgm:cxn modelId="{E7B26054-1688-4A4F-8E14-94A5491A6C49}" type="presOf" srcId="{B8A8AB03-4136-4275-A92F-A27EBA556966}" destId="{188F8FBB-E322-4C98-BC47-BA1635DCDF03}" srcOrd="0" destOrd="0" presId="urn:microsoft.com/office/officeart/2005/8/layout/list1"/>
    <dgm:cxn modelId="{AEFED675-5847-4A41-BA95-134676D208EF}" type="presOf" srcId="{1591BA14-CA1E-4EBB-8AEB-D9DCC745320B}" destId="{C83298A4-B7F7-42A5-AD5F-236749B1B13D}" srcOrd="0" destOrd="0" presId="urn:microsoft.com/office/officeart/2005/8/layout/list1"/>
    <dgm:cxn modelId="{8E0EA676-1C02-4A8F-AF16-1C2028310E13}" srcId="{B528E3B7-DF22-4A37-9562-DAE40A15B9F7}" destId="{D4D0616B-EBA3-4CE5-8EE5-60F00CA8F619}" srcOrd="0" destOrd="0" parTransId="{3EF6F057-ECA1-444C-9315-D0D308BB357A}" sibTransId="{1B455D48-BC37-4931-8768-4F7123BDFABD}"/>
    <dgm:cxn modelId="{D7125077-4D54-4AED-B45E-0AAB902128F2}" srcId="{1591BA14-CA1E-4EBB-8AEB-D9DCC745320B}" destId="{2BBA9999-B015-4197-8E50-BC999D47C816}" srcOrd="2" destOrd="0" parTransId="{9F1D788D-5CCB-4688-B2AB-C2DF2C8C0D18}" sibTransId="{D4EFD3A9-6E92-450F-874A-4397F9F618ED}"/>
    <dgm:cxn modelId="{04986F7F-4A8D-48F9-A271-BF258C7F6278}" srcId="{DDF01915-08AC-496B-82BD-F5250F755BD2}" destId="{B8A8AB03-4136-4275-A92F-A27EBA556966}" srcOrd="0" destOrd="0" parTransId="{DBBEB627-08C5-48DD-8224-E254BA4AD8FE}" sibTransId="{9553E0C4-6601-47E2-8C7A-EB68C91835B8}"/>
    <dgm:cxn modelId="{272B5484-CC15-4D56-A157-301FD6500F01}" type="presOf" srcId="{2BBA9999-B015-4197-8E50-BC999D47C816}" destId="{F6731278-20E0-417F-B361-80E5CBF97D03}" srcOrd="0" destOrd="2" presId="urn:microsoft.com/office/officeart/2005/8/layout/list1"/>
    <dgm:cxn modelId="{669B8E8D-C78E-404A-9B07-2526550E0D1D}" type="presOf" srcId="{E897DF1C-D525-4F22-975B-93F8AA87CE2C}" destId="{F6731278-20E0-417F-B361-80E5CBF97D03}" srcOrd="0" destOrd="1" presId="urn:microsoft.com/office/officeart/2005/8/layout/list1"/>
    <dgm:cxn modelId="{D1049293-13C2-4E4D-BFDD-2387CBF37381}" type="presOf" srcId="{E7044232-186C-4D4D-8F7E-D19EACE2166B}" destId="{861BC280-390E-479A-8FB6-58D8B85CE410}" srcOrd="0" destOrd="0" presId="urn:microsoft.com/office/officeart/2005/8/layout/list1"/>
    <dgm:cxn modelId="{2EE7B998-A26E-4EE6-9825-CA8C318E1386}" srcId="{1591BA14-CA1E-4EBB-8AEB-D9DCC745320B}" destId="{E897DF1C-D525-4F22-975B-93F8AA87CE2C}" srcOrd="1" destOrd="0" parTransId="{876BB478-F709-4581-B20B-A6505FCBBF94}" sibTransId="{44696496-496A-4814-9813-9AA630BE6AEF}"/>
    <dgm:cxn modelId="{A1B93AA4-DFBB-4DE6-BC70-8CA485942B76}" type="presOf" srcId="{2630DC90-198F-4650-9779-89AC94F2D7B4}" destId="{188F8FBB-E322-4C98-BC47-BA1635DCDF03}" srcOrd="0" destOrd="1" presId="urn:microsoft.com/office/officeart/2005/8/layout/list1"/>
    <dgm:cxn modelId="{3DEA50A4-FE3F-4EED-857A-454FB9EC302F}" srcId="{1591BA14-CA1E-4EBB-8AEB-D9DCC745320B}" destId="{B101088B-7999-4B9B-8BAB-47FD8AEFEC2C}" srcOrd="0" destOrd="0" parTransId="{5F1FAE11-01D9-4C14-96A2-9413A2797BC4}" sibTransId="{9BE672C7-3107-489A-A1B3-0D3FCCAA38B7}"/>
    <dgm:cxn modelId="{A95BF8A5-6A76-440C-8D0F-F4569AE3C0F6}" type="presOf" srcId="{E48F96FE-5908-4735-9E67-8D8E4CBA07C1}" destId="{6E7090B2-D7F9-4BD2-843F-E7715A7EB260}" srcOrd="1" destOrd="0" presId="urn:microsoft.com/office/officeart/2005/8/layout/list1"/>
    <dgm:cxn modelId="{F8CDF7A6-7684-4BC1-B24B-B2B1BEB2E41A}" srcId="{DDF01915-08AC-496B-82BD-F5250F755BD2}" destId="{2630DC90-198F-4650-9779-89AC94F2D7B4}" srcOrd="1" destOrd="0" parTransId="{5C50D720-5805-4000-A44E-BA3B19E0FF4A}" sibTransId="{6150BCFD-972F-4D8B-B5FE-6A8531A018D5}"/>
    <dgm:cxn modelId="{BD063AA9-A088-4F8D-801E-67CA15AD7AF7}" srcId="{E7044232-186C-4D4D-8F7E-D19EACE2166B}" destId="{1591BA14-CA1E-4EBB-8AEB-D9DCC745320B}" srcOrd="2" destOrd="0" parTransId="{B3226475-5464-4A97-95D0-49C32134DE80}" sibTransId="{A659EB30-BCD6-4104-A524-C472BEEDFF14}"/>
    <dgm:cxn modelId="{62E39FB5-5E05-4AF6-ACF3-4414F104AA53}" type="presOf" srcId="{B528E3B7-DF22-4A37-9562-DAE40A15B9F7}" destId="{49A2DAB0-5F15-417F-BF31-6B5236C14D94}" srcOrd="1" destOrd="0" presId="urn:microsoft.com/office/officeart/2005/8/layout/list1"/>
    <dgm:cxn modelId="{930BD2BE-B069-4F59-A7FF-4A6A5D0D0128}" srcId="{E7044232-186C-4D4D-8F7E-D19EACE2166B}" destId="{E48F96FE-5908-4735-9E67-8D8E4CBA07C1}" srcOrd="3" destOrd="0" parTransId="{652EED8A-90E7-4A66-BAEC-067E46707FA8}" sibTransId="{050264FC-FBE5-4386-8E3A-FAB771449A06}"/>
    <dgm:cxn modelId="{355801C7-FACF-47AC-A3EC-4CBCA3E1CA84}" type="presOf" srcId="{6AD76405-7D52-482F-BE6D-741314D11B08}" destId="{2F63862D-D5D5-45CB-AF2F-4BF069A193CD}" srcOrd="0" destOrd="0" presId="urn:microsoft.com/office/officeart/2005/8/layout/list1"/>
    <dgm:cxn modelId="{CD509AC8-774F-4509-9C16-0A69052CAFAF}" type="presOf" srcId="{B101088B-7999-4B9B-8BAB-47FD8AEFEC2C}" destId="{F6731278-20E0-417F-B361-80E5CBF97D03}" srcOrd="0" destOrd="0" presId="urn:microsoft.com/office/officeart/2005/8/layout/list1"/>
    <dgm:cxn modelId="{814A04CE-B9F3-457B-8EA1-75318CC3E74E}" type="presOf" srcId="{E48F96FE-5908-4735-9E67-8D8E4CBA07C1}" destId="{B9239730-5EE0-4C04-9ED3-2335293E22D9}" srcOrd="0" destOrd="0" presId="urn:microsoft.com/office/officeart/2005/8/layout/list1"/>
    <dgm:cxn modelId="{0B9061E5-525E-4C25-A94D-CA07A104E2A0}" type="presOf" srcId="{D4D0616B-EBA3-4CE5-8EE5-60F00CA8F619}" destId="{87D67A2F-FCEA-42DE-981B-2DA5083C35D1}" srcOrd="0" destOrd="0" presId="urn:microsoft.com/office/officeart/2005/8/layout/list1"/>
    <dgm:cxn modelId="{07BEF4E5-26C4-4548-B452-951254670AC1}" type="presOf" srcId="{1591BA14-CA1E-4EBB-8AEB-D9DCC745320B}" destId="{D3393462-D776-4CA4-BE79-D8F57B9DA7AF}" srcOrd="1" destOrd="0" presId="urn:microsoft.com/office/officeart/2005/8/layout/list1"/>
    <dgm:cxn modelId="{D7B65AEB-C71D-46FA-954C-9C0582AE0E7D}" type="presOf" srcId="{B528E3B7-DF22-4A37-9562-DAE40A15B9F7}" destId="{C3EF1A86-DAE6-4C7C-AD7E-564F28A155C8}" srcOrd="0" destOrd="0" presId="urn:microsoft.com/office/officeart/2005/8/layout/list1"/>
    <dgm:cxn modelId="{449AFDEB-D2EA-4C83-AF25-B44285E819D9}" type="presOf" srcId="{12732924-5359-45E0-AF88-E6F85EAD70B5}" destId="{87D67A2F-FCEA-42DE-981B-2DA5083C35D1}" srcOrd="0" destOrd="2" presId="urn:microsoft.com/office/officeart/2005/8/layout/list1"/>
    <dgm:cxn modelId="{76063AEF-0464-4AAD-928B-27B121BE26DD}" srcId="{E48F96FE-5908-4735-9E67-8D8E4CBA07C1}" destId="{702FFAB8-B097-4CBC-AA8A-E2796319F05A}" srcOrd="1" destOrd="0" parTransId="{ECE561F3-B0B8-47F7-83B0-2F6D91960BC2}" sibTransId="{F595F541-84E0-4BA1-A942-196A1FBB7CB2}"/>
    <dgm:cxn modelId="{67CBC1EF-26B8-4A38-88F6-8B0712000397}" type="presOf" srcId="{FD32B8FF-F511-489E-A250-4DA1D2D1D5BB}" destId="{87D67A2F-FCEA-42DE-981B-2DA5083C35D1}" srcOrd="0" destOrd="1" presId="urn:microsoft.com/office/officeart/2005/8/layout/list1"/>
    <dgm:cxn modelId="{5CAF93FA-BDFD-4A7E-B12F-EA83FB143194}" type="presOf" srcId="{ED1BFD57-8773-4118-B485-12E5734B8242}" destId="{F6731278-20E0-417F-B361-80E5CBF97D03}" srcOrd="0" destOrd="3" presId="urn:microsoft.com/office/officeart/2005/8/layout/list1"/>
    <dgm:cxn modelId="{12D7AF99-DB43-4D2F-B2E1-32B64BBF751C}" type="presParOf" srcId="{861BC280-390E-479A-8FB6-58D8B85CE410}" destId="{683B39DD-8F6F-457A-A377-DDB5BF21B162}" srcOrd="0" destOrd="0" presId="urn:microsoft.com/office/officeart/2005/8/layout/list1"/>
    <dgm:cxn modelId="{00BCFED2-0AE4-47FB-8A77-029209793FCA}" type="presParOf" srcId="{683B39DD-8F6F-457A-A377-DDB5BF21B162}" destId="{ED7D8791-9F89-4DC8-B9ED-C3B1FD1EA15B}" srcOrd="0" destOrd="0" presId="urn:microsoft.com/office/officeart/2005/8/layout/list1"/>
    <dgm:cxn modelId="{6EAD2FF2-8E47-4584-BC37-65B1D8129E9A}" type="presParOf" srcId="{683B39DD-8F6F-457A-A377-DDB5BF21B162}" destId="{C4650801-0F75-4430-B45B-2FEB3B4BDAFD}" srcOrd="1" destOrd="0" presId="urn:microsoft.com/office/officeart/2005/8/layout/list1"/>
    <dgm:cxn modelId="{8C8FC8CC-F290-4FDE-AEDB-CB02C8538C03}" type="presParOf" srcId="{861BC280-390E-479A-8FB6-58D8B85CE410}" destId="{26F0B94B-63F9-4E21-BF83-6161A9A7F08B}" srcOrd="1" destOrd="0" presId="urn:microsoft.com/office/officeart/2005/8/layout/list1"/>
    <dgm:cxn modelId="{AFCC459A-AE6A-49C9-A485-612A9F0A1D62}" type="presParOf" srcId="{861BC280-390E-479A-8FB6-58D8B85CE410}" destId="{188F8FBB-E322-4C98-BC47-BA1635DCDF03}" srcOrd="2" destOrd="0" presId="urn:microsoft.com/office/officeart/2005/8/layout/list1"/>
    <dgm:cxn modelId="{1BF6C381-2A35-464A-BE5B-F07A89E2332D}" type="presParOf" srcId="{861BC280-390E-479A-8FB6-58D8B85CE410}" destId="{2B1304BE-41C9-4CA5-9282-EE363A651AAE}" srcOrd="3" destOrd="0" presId="urn:microsoft.com/office/officeart/2005/8/layout/list1"/>
    <dgm:cxn modelId="{C75848D0-1E61-4723-ADFB-A351AE81B200}" type="presParOf" srcId="{861BC280-390E-479A-8FB6-58D8B85CE410}" destId="{0DF1DE5A-490B-429F-A127-F2D66CE47A5A}" srcOrd="4" destOrd="0" presId="urn:microsoft.com/office/officeart/2005/8/layout/list1"/>
    <dgm:cxn modelId="{360EB50F-1CED-4A08-A565-F5C0938A54F5}" type="presParOf" srcId="{0DF1DE5A-490B-429F-A127-F2D66CE47A5A}" destId="{C3EF1A86-DAE6-4C7C-AD7E-564F28A155C8}" srcOrd="0" destOrd="0" presId="urn:microsoft.com/office/officeart/2005/8/layout/list1"/>
    <dgm:cxn modelId="{E17F307C-B92C-458B-A0F7-717805979423}" type="presParOf" srcId="{0DF1DE5A-490B-429F-A127-F2D66CE47A5A}" destId="{49A2DAB0-5F15-417F-BF31-6B5236C14D94}" srcOrd="1" destOrd="0" presId="urn:microsoft.com/office/officeart/2005/8/layout/list1"/>
    <dgm:cxn modelId="{FC8BCF3E-C4D1-4C88-902C-56B0CF6386BE}" type="presParOf" srcId="{861BC280-390E-479A-8FB6-58D8B85CE410}" destId="{75CFB608-6202-459C-8EE9-670855C6CF04}" srcOrd="5" destOrd="0" presId="urn:microsoft.com/office/officeart/2005/8/layout/list1"/>
    <dgm:cxn modelId="{AD023282-EAC4-426F-9862-42C4EC196E52}" type="presParOf" srcId="{861BC280-390E-479A-8FB6-58D8B85CE410}" destId="{87D67A2F-FCEA-42DE-981B-2DA5083C35D1}" srcOrd="6" destOrd="0" presId="urn:microsoft.com/office/officeart/2005/8/layout/list1"/>
    <dgm:cxn modelId="{4BFBDB91-9A4C-4BFE-B6AC-EA344E02DFBA}" type="presParOf" srcId="{861BC280-390E-479A-8FB6-58D8B85CE410}" destId="{3905E836-9ECB-4467-9384-6A442C4574E3}" srcOrd="7" destOrd="0" presId="urn:microsoft.com/office/officeart/2005/8/layout/list1"/>
    <dgm:cxn modelId="{26050C31-88B4-4823-A99B-3D02F0D3E3A6}" type="presParOf" srcId="{861BC280-390E-479A-8FB6-58D8B85CE410}" destId="{AA8E860F-DD41-4D40-AE91-83C5AEFE787B}" srcOrd="8" destOrd="0" presId="urn:microsoft.com/office/officeart/2005/8/layout/list1"/>
    <dgm:cxn modelId="{90C61F50-1BA0-4663-BC26-ACB7C3BC427C}" type="presParOf" srcId="{AA8E860F-DD41-4D40-AE91-83C5AEFE787B}" destId="{C83298A4-B7F7-42A5-AD5F-236749B1B13D}" srcOrd="0" destOrd="0" presId="urn:microsoft.com/office/officeart/2005/8/layout/list1"/>
    <dgm:cxn modelId="{F13448E9-DE1E-4398-827E-F0DAE3D3F2D1}" type="presParOf" srcId="{AA8E860F-DD41-4D40-AE91-83C5AEFE787B}" destId="{D3393462-D776-4CA4-BE79-D8F57B9DA7AF}" srcOrd="1" destOrd="0" presId="urn:microsoft.com/office/officeart/2005/8/layout/list1"/>
    <dgm:cxn modelId="{3916E4DF-9683-478B-8A84-6E0A123DFD49}" type="presParOf" srcId="{861BC280-390E-479A-8FB6-58D8B85CE410}" destId="{2E31CED0-25F8-4C04-ACC2-B4A81C33F93B}" srcOrd="9" destOrd="0" presId="urn:microsoft.com/office/officeart/2005/8/layout/list1"/>
    <dgm:cxn modelId="{C117538E-8C95-43AE-BDB7-2C1C5028D3F8}" type="presParOf" srcId="{861BC280-390E-479A-8FB6-58D8B85CE410}" destId="{F6731278-20E0-417F-B361-80E5CBF97D03}" srcOrd="10" destOrd="0" presId="urn:microsoft.com/office/officeart/2005/8/layout/list1"/>
    <dgm:cxn modelId="{9711D166-D376-46CA-9C91-19BD77FA92A2}" type="presParOf" srcId="{861BC280-390E-479A-8FB6-58D8B85CE410}" destId="{DB28392E-E6A7-4EF6-9599-F77DB74221E4}" srcOrd="11" destOrd="0" presId="urn:microsoft.com/office/officeart/2005/8/layout/list1"/>
    <dgm:cxn modelId="{AA0B2ABB-E28A-46E2-AB2D-9EB918FAE377}" type="presParOf" srcId="{861BC280-390E-479A-8FB6-58D8B85CE410}" destId="{BD89DC77-00BA-4796-A664-2A799C06D175}" srcOrd="12" destOrd="0" presId="urn:microsoft.com/office/officeart/2005/8/layout/list1"/>
    <dgm:cxn modelId="{2444A8B7-07A5-4E6A-B6FC-8BB7747D6903}" type="presParOf" srcId="{BD89DC77-00BA-4796-A664-2A799C06D175}" destId="{B9239730-5EE0-4C04-9ED3-2335293E22D9}" srcOrd="0" destOrd="0" presId="urn:microsoft.com/office/officeart/2005/8/layout/list1"/>
    <dgm:cxn modelId="{A4F94D1D-65D2-4A81-B594-CCEE329508C4}" type="presParOf" srcId="{BD89DC77-00BA-4796-A664-2A799C06D175}" destId="{6E7090B2-D7F9-4BD2-843F-E7715A7EB260}" srcOrd="1" destOrd="0" presId="urn:microsoft.com/office/officeart/2005/8/layout/list1"/>
    <dgm:cxn modelId="{8A11C494-B1F7-4165-8180-A046BAC311C3}" type="presParOf" srcId="{861BC280-390E-479A-8FB6-58D8B85CE410}" destId="{A0722DA4-C9EA-47C9-98FC-2BD451761D1B}" srcOrd="13" destOrd="0" presId="urn:microsoft.com/office/officeart/2005/8/layout/list1"/>
    <dgm:cxn modelId="{FE11CA9F-B6F6-4CA8-AAD5-C701A924E00A}" type="presParOf" srcId="{861BC280-390E-479A-8FB6-58D8B85CE410}" destId="{2F63862D-D5D5-45CB-AF2F-4BF069A193C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F8FBB-E322-4C98-BC47-BA1635DCDF03}">
      <dsp:nvSpPr>
        <dsp:cNvPr id="0" name=""/>
        <dsp:cNvSpPr/>
      </dsp:nvSpPr>
      <dsp:spPr>
        <a:xfrm>
          <a:off x="0" y="385789"/>
          <a:ext cx="7706364" cy="9906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8099" tIns="354076" rIns="59809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err="1"/>
            <a:t>Komutační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err="1"/>
            <a:t>Paketová</a:t>
          </a:r>
          <a:endParaRPr lang="en-US" sz="1700" kern="1200"/>
        </a:p>
      </dsp:txBody>
      <dsp:txXfrm>
        <a:off x="0" y="385789"/>
        <a:ext cx="7706364" cy="990675"/>
      </dsp:txXfrm>
    </dsp:sp>
    <dsp:sp modelId="{C4650801-0F75-4430-B45B-2FEB3B4BDAFD}">
      <dsp:nvSpPr>
        <dsp:cNvPr id="0" name=""/>
        <dsp:cNvSpPr/>
      </dsp:nvSpPr>
      <dsp:spPr>
        <a:xfrm>
          <a:off x="385318" y="134869"/>
          <a:ext cx="5394454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898" tIns="0" rIns="203898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err="1"/>
            <a:t>Podle</a:t>
          </a:r>
          <a:r>
            <a:rPr lang="en-US" sz="1700" b="0" kern="1200"/>
            <a:t> </a:t>
          </a:r>
          <a:r>
            <a:rPr lang="en-US" sz="1700" b="0" kern="1200" err="1"/>
            <a:t>typu</a:t>
          </a:r>
          <a:r>
            <a:rPr lang="en-US" sz="1700" b="0" kern="1200"/>
            <a:t> </a:t>
          </a:r>
          <a:r>
            <a:rPr lang="en-US" sz="1700" b="0" kern="1200">
              <a:latin typeface="Tenorite"/>
            </a:rPr>
            <a:t>přenosu dat</a:t>
          </a:r>
          <a:endParaRPr lang="en-US" sz="1700" b="0" kern="1200"/>
        </a:p>
      </dsp:txBody>
      <dsp:txXfrm>
        <a:off x="409816" y="159367"/>
        <a:ext cx="5345458" cy="452844"/>
      </dsp:txXfrm>
    </dsp:sp>
    <dsp:sp modelId="{87D67A2F-FCEA-42DE-981B-2DA5083C35D1}">
      <dsp:nvSpPr>
        <dsp:cNvPr id="0" name=""/>
        <dsp:cNvSpPr/>
      </dsp:nvSpPr>
      <dsp:spPr>
        <a:xfrm>
          <a:off x="0" y="1719184"/>
          <a:ext cx="7706364" cy="125842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8099" tIns="354076" rIns="59809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err="1"/>
            <a:t>Privátní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err="1"/>
            <a:t>Veřejná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err="1"/>
            <a:t>Datová</a:t>
          </a:r>
          <a:endParaRPr lang="en-US" sz="1700" kern="1200"/>
        </a:p>
      </dsp:txBody>
      <dsp:txXfrm>
        <a:off x="0" y="1719184"/>
        <a:ext cx="7706364" cy="1258424"/>
      </dsp:txXfrm>
    </dsp:sp>
    <dsp:sp modelId="{49A2DAB0-5F15-417F-BF31-6B5236C14D94}">
      <dsp:nvSpPr>
        <dsp:cNvPr id="0" name=""/>
        <dsp:cNvSpPr/>
      </dsp:nvSpPr>
      <dsp:spPr>
        <a:xfrm>
          <a:off x="385318" y="1468264"/>
          <a:ext cx="5394454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898" tIns="0" rIns="2038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Podle</a:t>
          </a:r>
          <a:r>
            <a:rPr lang="en-US" sz="1700" kern="1200"/>
            <a:t> </a:t>
          </a:r>
          <a:r>
            <a:rPr lang="en-US" sz="1700" kern="1200" err="1"/>
            <a:t>vlastnictví</a:t>
          </a:r>
          <a:endParaRPr lang="en-US" sz="1700" kern="1200"/>
        </a:p>
      </dsp:txBody>
      <dsp:txXfrm>
        <a:off x="409816" y="1492762"/>
        <a:ext cx="5345458" cy="452844"/>
      </dsp:txXfrm>
    </dsp:sp>
    <dsp:sp modelId="{F6731278-20E0-417F-B361-80E5CBF97D03}">
      <dsp:nvSpPr>
        <dsp:cNvPr id="0" name=""/>
        <dsp:cNvSpPr/>
      </dsp:nvSpPr>
      <dsp:spPr>
        <a:xfrm>
          <a:off x="0" y="3320329"/>
          <a:ext cx="7706364" cy="15261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8099" tIns="354076" rIns="59809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LAN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MAN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WAN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VPN</a:t>
          </a:r>
        </a:p>
      </dsp:txBody>
      <dsp:txXfrm>
        <a:off x="0" y="3320329"/>
        <a:ext cx="7706364" cy="1526175"/>
      </dsp:txXfrm>
    </dsp:sp>
    <dsp:sp modelId="{D3393462-D776-4CA4-BE79-D8F57B9DA7AF}">
      <dsp:nvSpPr>
        <dsp:cNvPr id="0" name=""/>
        <dsp:cNvSpPr/>
      </dsp:nvSpPr>
      <dsp:spPr>
        <a:xfrm>
          <a:off x="385318" y="3069409"/>
          <a:ext cx="5394454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898" tIns="0" rIns="2038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Podle</a:t>
          </a:r>
          <a:r>
            <a:rPr lang="en-US" sz="1700" kern="1200"/>
            <a:t> </a:t>
          </a:r>
          <a:r>
            <a:rPr lang="en-US" sz="1700" kern="1200" err="1"/>
            <a:t>fyzické</a:t>
          </a:r>
          <a:r>
            <a:rPr lang="en-US" sz="1700" kern="1200"/>
            <a:t> </a:t>
          </a:r>
          <a:r>
            <a:rPr lang="en-US" sz="1700" kern="1200" err="1"/>
            <a:t>rozlehlosti</a:t>
          </a:r>
          <a:endParaRPr lang="en-US" sz="1700" kern="1200"/>
        </a:p>
      </dsp:txBody>
      <dsp:txXfrm>
        <a:off x="409816" y="3093907"/>
        <a:ext cx="5345458" cy="452844"/>
      </dsp:txXfrm>
    </dsp:sp>
    <dsp:sp modelId="{2F63862D-D5D5-45CB-AF2F-4BF069A193CD}">
      <dsp:nvSpPr>
        <dsp:cNvPr id="0" name=""/>
        <dsp:cNvSpPr/>
      </dsp:nvSpPr>
      <dsp:spPr>
        <a:xfrm>
          <a:off x="0" y="5189224"/>
          <a:ext cx="7706364" cy="9906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8099" tIns="354076" rIns="59809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Intranet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Internet</a:t>
          </a:r>
        </a:p>
      </dsp:txBody>
      <dsp:txXfrm>
        <a:off x="0" y="5189224"/>
        <a:ext cx="7706364" cy="990675"/>
      </dsp:txXfrm>
    </dsp:sp>
    <dsp:sp modelId="{6E7090B2-D7F9-4BD2-843F-E7715A7EB260}">
      <dsp:nvSpPr>
        <dsp:cNvPr id="0" name=""/>
        <dsp:cNvSpPr/>
      </dsp:nvSpPr>
      <dsp:spPr>
        <a:xfrm>
          <a:off x="385318" y="4938304"/>
          <a:ext cx="5394454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898" tIns="0" rIns="2038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Podle</a:t>
          </a:r>
          <a:r>
            <a:rPr lang="en-US" sz="1700" kern="1200"/>
            <a:t> </a:t>
          </a:r>
          <a:r>
            <a:rPr lang="en-US" sz="1700" kern="1200" err="1"/>
            <a:t>organizační</a:t>
          </a:r>
          <a:r>
            <a:rPr lang="en-US" sz="1700" kern="1200"/>
            <a:t> </a:t>
          </a:r>
          <a:r>
            <a:rPr lang="en-US" sz="1700" kern="1200" err="1"/>
            <a:t>rozlehlosti</a:t>
          </a:r>
          <a:endParaRPr lang="en-US" sz="1700" kern="1200"/>
        </a:p>
      </dsp:txBody>
      <dsp:txXfrm>
        <a:off x="409816" y="4962802"/>
        <a:ext cx="5345458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54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17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18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53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1648522"/>
          </a:xfrm>
        </p:spPr>
        <p:txBody>
          <a:bodyPr anchor="ctr"/>
          <a:lstStyle/>
          <a:p>
            <a:r>
              <a:rPr lang="en-US" err="1">
                <a:latin typeface="Bahnschrift"/>
              </a:rPr>
              <a:t>Komunikační</a:t>
            </a:r>
            <a:r>
              <a:rPr lang="en-US">
                <a:latin typeface="Bahnschrift"/>
              </a:rPr>
              <a:t> </a:t>
            </a:r>
            <a:r>
              <a:rPr lang="en-US" err="1">
                <a:latin typeface="Bahnschrift"/>
              </a:rPr>
              <a:t>sítě</a:t>
            </a:r>
            <a:endParaRPr lang="en-US"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38A98-0675-661F-8F5E-4DFD74A8530D}"/>
              </a:ext>
            </a:extLst>
          </p:cNvPr>
          <p:cNvSpPr txBox="1"/>
          <p:nvPr/>
        </p:nvSpPr>
        <p:spPr>
          <a:xfrm>
            <a:off x="6603841" y="4737332"/>
            <a:ext cx="36477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Marek Samel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0C12-2E00-CDC2-E882-076A4270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2982-E298-9B59-2B3E-56C6A52CB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F7CEE-37A6-B224-7395-1936B0B5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5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AB23-1325-B249-ADBA-30B1E678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4AA9-92D5-F521-200F-D4B345970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0F810-47E1-2438-3721-94C1F045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3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80" y="876168"/>
            <a:ext cx="8093349" cy="94779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b="1" err="1">
                <a:latin typeface="Bahnschrift"/>
              </a:rPr>
              <a:t>komunikační</a:t>
            </a:r>
            <a:r>
              <a:rPr lang="en-US" sz="4400" b="1">
                <a:latin typeface="Bahnschrift"/>
              </a:rPr>
              <a:t> </a:t>
            </a:r>
            <a:r>
              <a:rPr lang="en-US" sz="4400" b="1" err="1">
                <a:latin typeface="Bahnschrift"/>
              </a:rPr>
              <a:t>síťe</a:t>
            </a:r>
            <a:endParaRPr lang="en-US" sz="4400" b="1">
              <a:latin typeface="Bahnschrif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2401458"/>
            <a:ext cx="11114236" cy="37854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2800" b="0" err="1">
                <a:latin typeface="Kigelia Arabic"/>
                <a:cs typeface="Kigelia Arabic"/>
              </a:rPr>
              <a:t>Infrastruktura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umožňující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přenos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informací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mezi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různými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zařízeními</a:t>
            </a:r>
            <a:r>
              <a:rPr lang="en-US" sz="2800" b="0">
                <a:latin typeface="Kigelia Arabic"/>
                <a:cs typeface="Kigelia Arabic"/>
              </a:rPr>
              <a:t> (</a:t>
            </a:r>
            <a:r>
              <a:rPr lang="en-US" sz="2800" b="0" err="1">
                <a:latin typeface="Kigelia Arabic"/>
                <a:cs typeface="Kigelia Arabic"/>
              </a:rPr>
              <a:t>počítače</a:t>
            </a:r>
            <a:r>
              <a:rPr lang="en-US" sz="2800" b="0">
                <a:latin typeface="Kigelia Arabic"/>
                <a:cs typeface="Kigelia Arabic"/>
              </a:rPr>
              <a:t>, </a:t>
            </a:r>
            <a:r>
              <a:rPr lang="en-US" sz="2800" b="0" err="1">
                <a:latin typeface="Kigelia Arabic"/>
                <a:cs typeface="Kigelia Arabic"/>
              </a:rPr>
              <a:t>servery</a:t>
            </a:r>
            <a:r>
              <a:rPr lang="en-US" sz="2800" b="0">
                <a:latin typeface="Kigelia Arabic"/>
                <a:cs typeface="Kigelia Arabic"/>
              </a:rPr>
              <a:t>, </a:t>
            </a:r>
            <a:r>
              <a:rPr lang="en-US" sz="2800" b="0" err="1">
                <a:latin typeface="Kigelia Arabic"/>
                <a:cs typeface="Kigelia Arabic"/>
              </a:rPr>
              <a:t>mobilní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telefony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nebo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jiná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digitální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zařízení</a:t>
            </a:r>
            <a:r>
              <a:rPr lang="en-US" sz="2800" b="0">
                <a:latin typeface="Kigelia Arabic"/>
                <a:cs typeface="Kigelia Arabic"/>
              </a:rPr>
              <a:t>)</a:t>
            </a:r>
            <a:endParaRPr lang="en-US" sz="2800">
              <a:latin typeface="Kigelia Arabic"/>
              <a:cs typeface="Kigelia Arabic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2800" err="1">
                <a:latin typeface="Kigelia Arabic"/>
                <a:cs typeface="Kigelia Arabic"/>
              </a:rPr>
              <a:t>Mohou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být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propojené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pomocí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kabelů</a:t>
            </a:r>
            <a:r>
              <a:rPr lang="en-US" sz="2800" b="0">
                <a:latin typeface="Kigelia Arabic"/>
                <a:cs typeface="Kigelia Arabic"/>
              </a:rPr>
              <a:t> (</a:t>
            </a:r>
            <a:r>
              <a:rPr lang="en-US" sz="2800" b="0" err="1">
                <a:latin typeface="Kigelia Arabic"/>
                <a:cs typeface="Kigelia Arabic"/>
              </a:rPr>
              <a:t>optické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vlákno</a:t>
            </a:r>
            <a:r>
              <a:rPr lang="en-US" sz="2800" b="0">
                <a:latin typeface="Kigelia Arabic"/>
                <a:cs typeface="Kigelia Arabic"/>
              </a:rPr>
              <a:t>, </a:t>
            </a:r>
            <a:r>
              <a:rPr lang="en-US" sz="2800" b="0" err="1">
                <a:latin typeface="Kigelia Arabic"/>
                <a:cs typeface="Kigelia Arabic"/>
              </a:rPr>
              <a:t>koaxiální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kabely</a:t>
            </a:r>
            <a:r>
              <a:rPr lang="en-US" sz="2800" b="0">
                <a:latin typeface="Kigelia Arabic"/>
                <a:cs typeface="Kigelia Arabic"/>
              </a:rPr>
              <a:t>) </a:t>
            </a:r>
            <a:r>
              <a:rPr lang="en-US" sz="2800" b="0" err="1">
                <a:latin typeface="Kigelia Arabic"/>
                <a:cs typeface="Kigelia Arabic"/>
              </a:rPr>
              <a:t>nebo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bezdrátových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technologií</a:t>
            </a:r>
            <a:r>
              <a:rPr lang="en-US" sz="2800" b="0">
                <a:latin typeface="Kigelia Arabic"/>
                <a:cs typeface="Kigelia Arabic"/>
              </a:rPr>
              <a:t> (Wi-Fi, </a:t>
            </a:r>
            <a:r>
              <a:rPr lang="en-US" sz="2800" b="0" err="1">
                <a:latin typeface="Kigelia Arabic"/>
                <a:cs typeface="Kigelia Arabic"/>
              </a:rPr>
              <a:t>satelitní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spojení</a:t>
            </a:r>
            <a:r>
              <a:rPr lang="en-US" sz="2800" b="0">
                <a:latin typeface="Kigelia Arabic"/>
                <a:cs typeface="Kigelia Arabic"/>
              </a:rPr>
              <a:t>).</a:t>
            </a:r>
            <a:endParaRPr lang="en-US" sz="2800">
              <a:latin typeface="Kigelia Arabic"/>
              <a:cs typeface="Kigelia Arabic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2800" b="0" err="1">
                <a:latin typeface="Kigelia Arabic"/>
                <a:cs typeface="Kigelia Arabic"/>
              </a:rPr>
              <a:t>Umožňují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sdílení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dat</a:t>
            </a:r>
            <a:r>
              <a:rPr lang="en-US" sz="2800" b="0">
                <a:latin typeface="Kigelia Arabic"/>
                <a:cs typeface="Kigelia Arabic"/>
              </a:rPr>
              <a:t>, </a:t>
            </a:r>
            <a:r>
              <a:rPr lang="en-US" sz="2800" b="0" err="1">
                <a:latin typeface="Kigelia Arabic"/>
                <a:cs typeface="Kigelia Arabic"/>
              </a:rPr>
              <a:t>spolupráci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mezi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uživateli</a:t>
            </a:r>
            <a:r>
              <a:rPr lang="en-US" sz="2800" b="0">
                <a:latin typeface="Kigelia Arabic"/>
                <a:cs typeface="Kigelia Arabic"/>
              </a:rPr>
              <a:t> a </a:t>
            </a:r>
            <a:r>
              <a:rPr lang="en-US" sz="2800" b="0" err="1">
                <a:latin typeface="Kigelia Arabic"/>
                <a:cs typeface="Kigelia Arabic"/>
              </a:rPr>
              <a:t>efektivní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komunikaci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na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globální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úrovni</a:t>
            </a:r>
            <a:r>
              <a:rPr lang="en-US" sz="2800" b="0">
                <a:latin typeface="Kigelia Arabic"/>
                <a:cs typeface="Kigelia Arabic"/>
              </a:rPr>
              <a:t>.</a:t>
            </a:r>
            <a:endParaRPr lang="en-US" sz="2800">
              <a:latin typeface="Kigelia Arabic"/>
              <a:cs typeface="Kigelia Arabic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2800" err="1">
                <a:latin typeface="Kigelia Arabic"/>
                <a:cs typeface="Kigelia Arabic"/>
              </a:rPr>
              <a:t>Mohou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být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lokální</a:t>
            </a:r>
            <a:r>
              <a:rPr lang="en-US" sz="2800" b="0">
                <a:latin typeface="Kigelia Arabic"/>
                <a:cs typeface="Kigelia Arabic"/>
              </a:rPr>
              <a:t> (LAN), </a:t>
            </a:r>
            <a:r>
              <a:rPr lang="en-US" sz="2800" b="0" err="1">
                <a:latin typeface="Kigelia Arabic"/>
                <a:cs typeface="Kigelia Arabic"/>
              </a:rPr>
              <a:t>kde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pokrývají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malé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oblasti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jako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kancelář</a:t>
            </a:r>
            <a:r>
              <a:rPr lang="en-US" sz="2800" b="0">
                <a:latin typeface="Kigelia Arabic"/>
                <a:cs typeface="Kigelia Arabic"/>
              </a:rPr>
              <a:t>, </a:t>
            </a:r>
            <a:r>
              <a:rPr lang="en-US" sz="2800" b="0" err="1">
                <a:latin typeface="Kigelia Arabic"/>
                <a:cs typeface="Kigelia Arabic"/>
              </a:rPr>
              <a:t>nebo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globální</a:t>
            </a:r>
            <a:r>
              <a:rPr lang="en-US" sz="2800" b="0">
                <a:latin typeface="Kigelia Arabic"/>
                <a:cs typeface="Kigelia Arabic"/>
              </a:rPr>
              <a:t>, </a:t>
            </a:r>
            <a:r>
              <a:rPr lang="en-US" sz="2800" b="0" err="1">
                <a:latin typeface="Kigelia Arabic"/>
                <a:cs typeface="Kigelia Arabic"/>
              </a:rPr>
              <a:t>jako</a:t>
            </a:r>
            <a:r>
              <a:rPr lang="en-US" sz="2800" b="0">
                <a:latin typeface="Kigelia Arabic"/>
                <a:cs typeface="Kigelia Arabic"/>
              </a:rPr>
              <a:t> je internet, </a:t>
            </a:r>
            <a:r>
              <a:rPr lang="en-US" sz="2800" b="0" err="1">
                <a:latin typeface="Kigelia Arabic"/>
                <a:cs typeface="Kigelia Arabic"/>
              </a:rPr>
              <a:t>který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propojuje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celý</a:t>
            </a:r>
            <a:r>
              <a:rPr lang="en-US" sz="2800" b="0">
                <a:latin typeface="Kigelia Arabic"/>
                <a:cs typeface="Kigelia Arabic"/>
              </a:rPr>
              <a:t> </a:t>
            </a:r>
            <a:r>
              <a:rPr lang="en-US" sz="2800" b="0" err="1">
                <a:latin typeface="Kigelia Arabic"/>
                <a:cs typeface="Kigelia Arabic"/>
              </a:rPr>
              <a:t>svět</a:t>
            </a:r>
            <a:r>
              <a:rPr lang="en-US" sz="2800" b="0">
                <a:latin typeface="Kigelia Arabic"/>
                <a:cs typeface="Kigelia Arabic"/>
              </a:rPr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80" y="337192"/>
            <a:ext cx="7859917" cy="603965"/>
          </a:xfrm>
        </p:spPr>
        <p:txBody>
          <a:bodyPr anchor="b">
            <a:noAutofit/>
          </a:bodyPr>
          <a:lstStyle/>
          <a:p>
            <a:r>
              <a:rPr lang="en-US" sz="4000" b="1">
                <a:latin typeface="Bahnschrift"/>
                <a:ea typeface="+mj-lt"/>
                <a:cs typeface="+mj-lt"/>
              </a:rPr>
              <a:t>prvky komunikační sítě</a:t>
            </a:r>
            <a:endParaRPr lang="en-US" sz="4000" b="1">
              <a:latin typeface="Bahnschrif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1063313"/>
            <a:ext cx="4637237" cy="512358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200" b="1" err="1">
                <a:latin typeface="Kigelia Arabic"/>
                <a:cs typeface="Kigelia Arabic"/>
              </a:rPr>
              <a:t>Uzly</a:t>
            </a:r>
            <a:r>
              <a:rPr lang="en-US" sz="2200" b="1">
                <a:latin typeface="Kigelia Arabic"/>
                <a:cs typeface="Kigelia Arabic"/>
              </a:rPr>
              <a:t> (Nodes):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Každý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aktivní</a:t>
            </a:r>
            <a:r>
              <a:rPr lang="en-US" sz="2200">
                <a:latin typeface="Kigelia Arabic"/>
                <a:cs typeface="Kigelia Arabic"/>
              </a:rPr>
              <a:t> bod v </a:t>
            </a:r>
            <a:r>
              <a:rPr lang="en-US" sz="2200" err="1">
                <a:latin typeface="Kigelia Arabic"/>
                <a:cs typeface="Kigelia Arabic"/>
              </a:rPr>
              <a:t>síti</a:t>
            </a:r>
            <a:r>
              <a:rPr lang="en-US" sz="2200">
                <a:latin typeface="Kigelia Arabic"/>
                <a:cs typeface="Kigelia Arabic"/>
              </a:rPr>
              <a:t> (</a:t>
            </a:r>
            <a:r>
              <a:rPr lang="en-US" sz="2200" err="1">
                <a:latin typeface="Kigelia Arabic"/>
                <a:cs typeface="Kigelia Arabic"/>
              </a:rPr>
              <a:t>počítače</a:t>
            </a:r>
            <a:r>
              <a:rPr lang="en-US" sz="2200">
                <a:latin typeface="Kigelia Arabic"/>
                <a:cs typeface="Kigelia Arabic"/>
              </a:rPr>
              <a:t>, </a:t>
            </a:r>
            <a:r>
              <a:rPr lang="en-US" sz="2200" err="1">
                <a:latin typeface="Kigelia Arabic"/>
                <a:cs typeface="Kigelia Arabic"/>
              </a:rPr>
              <a:t>servery</a:t>
            </a:r>
            <a:r>
              <a:rPr lang="en-US" sz="2200">
                <a:latin typeface="Kigelia Arabic"/>
                <a:cs typeface="Kigelia Arabic"/>
              </a:rPr>
              <a:t>, </a:t>
            </a:r>
            <a:r>
              <a:rPr lang="en-US" sz="2200" err="1">
                <a:latin typeface="Kigelia Arabic"/>
                <a:cs typeface="Kigelia Arabic"/>
              </a:rPr>
              <a:t>tiskárny</a:t>
            </a:r>
            <a:r>
              <a:rPr lang="en-US" sz="2200">
                <a:latin typeface="Kigelia Arabic"/>
                <a:cs typeface="Kigelia Arabic"/>
              </a:rPr>
              <a:t>, </a:t>
            </a:r>
            <a:r>
              <a:rPr lang="en-US" sz="2200" err="1">
                <a:latin typeface="Kigelia Arabic"/>
                <a:cs typeface="Kigelia Arabic"/>
              </a:rPr>
              <a:t>mobilní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zařízení</a:t>
            </a:r>
            <a:r>
              <a:rPr lang="en-US" sz="2200">
                <a:latin typeface="Kigelia Arabic"/>
                <a:cs typeface="Kigelia Arabic"/>
              </a:rPr>
              <a:t>), </a:t>
            </a:r>
            <a:r>
              <a:rPr lang="en-US" sz="2200" err="1">
                <a:latin typeface="Kigelia Arabic"/>
                <a:cs typeface="Kigelia Arabic"/>
              </a:rPr>
              <a:t>který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komunikuje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přes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síť</a:t>
            </a:r>
            <a:r>
              <a:rPr lang="en-US" sz="2200">
                <a:latin typeface="Kigelia Arabic"/>
                <a:cs typeface="Kigelia Arabic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2200" b="1" err="1">
                <a:latin typeface="Kigelia Arabic"/>
                <a:cs typeface="Kigelia Arabic"/>
              </a:rPr>
              <a:t>Komunikační</a:t>
            </a:r>
            <a:r>
              <a:rPr lang="en-US" sz="2200" b="1">
                <a:latin typeface="Kigelia Arabic"/>
                <a:cs typeface="Kigelia Arabic"/>
              </a:rPr>
              <a:t> </a:t>
            </a:r>
            <a:r>
              <a:rPr lang="en-US" sz="2200" b="1" err="1">
                <a:latin typeface="Kigelia Arabic"/>
                <a:cs typeface="Kigelia Arabic"/>
              </a:rPr>
              <a:t>kanály</a:t>
            </a:r>
            <a:r>
              <a:rPr lang="en-US" sz="2200" b="1">
                <a:latin typeface="Kigelia Arabic"/>
                <a:cs typeface="Kigelia Arabic"/>
              </a:rPr>
              <a:t>: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Cesty</a:t>
            </a:r>
            <a:r>
              <a:rPr lang="en-US" sz="2200">
                <a:latin typeface="Kigelia Arabic"/>
                <a:cs typeface="Kigelia Arabic"/>
              </a:rPr>
              <a:t>, </a:t>
            </a:r>
            <a:r>
              <a:rPr lang="en-US" sz="2200" err="1">
                <a:latin typeface="Kigelia Arabic"/>
                <a:cs typeface="Kigelia Arabic"/>
              </a:rPr>
              <a:t>kterými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proudí</a:t>
            </a:r>
            <a:r>
              <a:rPr lang="en-US" sz="2200">
                <a:latin typeface="Kigelia Arabic"/>
                <a:cs typeface="Kigelia Arabic"/>
              </a:rPr>
              <a:t> data – </a:t>
            </a:r>
            <a:r>
              <a:rPr lang="en-US" sz="2200" err="1">
                <a:latin typeface="Kigelia Arabic"/>
                <a:cs typeface="Kigelia Arabic"/>
              </a:rPr>
              <a:t>mohou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být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kabelové</a:t>
            </a:r>
            <a:r>
              <a:rPr lang="en-US" sz="2200">
                <a:latin typeface="Kigelia Arabic"/>
                <a:cs typeface="Kigelia Arabic"/>
              </a:rPr>
              <a:t> (ethernet, </a:t>
            </a:r>
            <a:r>
              <a:rPr lang="en-US" sz="2200" err="1">
                <a:latin typeface="Kigelia Arabic"/>
                <a:cs typeface="Kigelia Arabic"/>
              </a:rPr>
              <a:t>optické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vlákno</a:t>
            </a:r>
            <a:r>
              <a:rPr lang="en-US" sz="2200">
                <a:latin typeface="Kigelia Arabic"/>
                <a:cs typeface="Kigelia Arabic"/>
              </a:rPr>
              <a:t>) </a:t>
            </a:r>
            <a:r>
              <a:rPr lang="en-US" sz="2200" err="1">
                <a:latin typeface="Kigelia Arabic"/>
                <a:cs typeface="Kigelia Arabic"/>
              </a:rPr>
              <a:t>nebo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bezdrátové</a:t>
            </a:r>
            <a:r>
              <a:rPr lang="en-US" sz="2200">
                <a:latin typeface="Kigelia Arabic"/>
                <a:cs typeface="Kigelia Arabic"/>
              </a:rPr>
              <a:t> (Wi-Fi, </a:t>
            </a:r>
            <a:r>
              <a:rPr lang="en-US" sz="2200" err="1">
                <a:latin typeface="Kigelia Arabic"/>
                <a:cs typeface="Kigelia Arabic"/>
              </a:rPr>
              <a:t>satelitní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signál</a:t>
            </a:r>
            <a:r>
              <a:rPr lang="en-US" sz="2200">
                <a:latin typeface="Kigelia Arabic"/>
                <a:cs typeface="Kigelia Arabic"/>
              </a:rPr>
              <a:t>).</a:t>
            </a:r>
          </a:p>
          <a:p>
            <a:pPr>
              <a:buFont typeface="Arial"/>
              <a:buChar char="•"/>
            </a:pPr>
            <a:r>
              <a:rPr lang="en-US" sz="2200" b="1" err="1">
                <a:latin typeface="Kigelia Arabic"/>
                <a:cs typeface="Kigelia Arabic"/>
              </a:rPr>
              <a:t>Síťové</a:t>
            </a:r>
            <a:r>
              <a:rPr lang="en-US" sz="2200" b="1">
                <a:latin typeface="Kigelia Arabic"/>
                <a:cs typeface="Kigelia Arabic"/>
              </a:rPr>
              <a:t> </a:t>
            </a:r>
            <a:r>
              <a:rPr lang="en-US" sz="2200" b="1" err="1">
                <a:latin typeface="Kigelia Arabic"/>
                <a:cs typeface="Kigelia Arabic"/>
              </a:rPr>
              <a:t>zařízení</a:t>
            </a:r>
            <a:r>
              <a:rPr lang="en-US" sz="2200" b="1">
                <a:latin typeface="Kigelia Arabic"/>
                <a:cs typeface="Kigelia Arabic"/>
              </a:rPr>
              <a:t>: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Například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switche</a:t>
            </a:r>
            <a:r>
              <a:rPr lang="en-US" sz="2200">
                <a:latin typeface="Kigelia Arabic"/>
                <a:cs typeface="Kigelia Arabic"/>
              </a:rPr>
              <a:t> (</a:t>
            </a:r>
            <a:r>
              <a:rPr lang="en-US" sz="2200" err="1">
                <a:latin typeface="Kigelia Arabic"/>
                <a:cs typeface="Kigelia Arabic"/>
              </a:rPr>
              <a:t>přepínače</a:t>
            </a:r>
            <a:r>
              <a:rPr lang="en-US" sz="2200">
                <a:latin typeface="Kigelia Arabic"/>
                <a:cs typeface="Kigelia Arabic"/>
              </a:rPr>
              <a:t>) </a:t>
            </a:r>
            <a:r>
              <a:rPr lang="en-US" sz="2200" err="1">
                <a:latin typeface="Kigelia Arabic"/>
                <a:cs typeface="Kigelia Arabic"/>
              </a:rPr>
              <a:t>spojují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různé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části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sítě</a:t>
            </a:r>
            <a:r>
              <a:rPr lang="en-US" sz="2200">
                <a:latin typeface="Kigelia Arabic"/>
                <a:cs typeface="Kigelia Arabic"/>
              </a:rPr>
              <a:t> a </a:t>
            </a:r>
            <a:r>
              <a:rPr lang="en-US" sz="2200" err="1">
                <a:latin typeface="Kigelia Arabic"/>
                <a:cs typeface="Kigelia Arabic"/>
              </a:rPr>
              <a:t>řídí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přenos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dat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mezi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uzly</a:t>
            </a:r>
            <a:r>
              <a:rPr lang="en-US" sz="2200">
                <a:latin typeface="Kigelia Arabic"/>
                <a:cs typeface="Kigelia Arabic"/>
              </a:rPr>
              <a:t>, </a:t>
            </a:r>
            <a:r>
              <a:rPr lang="en-US" sz="2200" err="1">
                <a:latin typeface="Kigelia Arabic"/>
                <a:cs typeface="Kigelia Arabic"/>
              </a:rPr>
              <a:t>routery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zajišťují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směrování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dat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mezi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různými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sítěmi</a:t>
            </a:r>
            <a:r>
              <a:rPr lang="en-US" sz="2200">
                <a:latin typeface="Kigelia Arabic"/>
                <a:cs typeface="Kigelia Arabic"/>
              </a:rPr>
              <a:t> (</a:t>
            </a:r>
            <a:r>
              <a:rPr lang="en-US" sz="2200" err="1">
                <a:latin typeface="Kigelia Arabic"/>
                <a:cs typeface="Kigelia Arabic"/>
              </a:rPr>
              <a:t>např</a:t>
            </a:r>
            <a:r>
              <a:rPr lang="en-US" sz="2200">
                <a:latin typeface="Kigelia Arabic"/>
                <a:cs typeface="Kigelia Arabic"/>
              </a:rPr>
              <a:t>. </a:t>
            </a:r>
            <a:r>
              <a:rPr lang="en-US" sz="2200" err="1">
                <a:latin typeface="Kigelia Arabic"/>
                <a:cs typeface="Kigelia Arabic"/>
              </a:rPr>
              <a:t>domácí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sítí</a:t>
            </a:r>
            <a:r>
              <a:rPr lang="en-US" sz="2200">
                <a:latin typeface="Kigelia Arabic"/>
                <a:cs typeface="Kigelia Arabic"/>
              </a:rPr>
              <a:t> a </a:t>
            </a:r>
            <a:r>
              <a:rPr lang="en-US" sz="2200" err="1">
                <a:latin typeface="Kigelia Arabic"/>
                <a:cs typeface="Kigelia Arabic"/>
              </a:rPr>
              <a:t>internetem</a:t>
            </a:r>
            <a:r>
              <a:rPr lang="en-US" sz="2200">
                <a:latin typeface="Kigelia Arabic"/>
                <a:cs typeface="Kigelia Arabic"/>
              </a:rPr>
              <a:t>).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5" name="Picture 4" descr="Computer Network Diagram Computer Network Diagram Local Area Network  Ubiquiti Networks, PNG, 886x685px, Computer Network, Cable,">
            <a:extLst>
              <a:ext uri="{FF2B5EF4-FFF2-40B4-BE49-F238E27FC236}">
                <a16:creationId xmlns:a16="http://schemas.microsoft.com/office/drawing/2014/main" id="{0EE5C733-F90B-FB02-2696-5A5E5342F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742" y="2035655"/>
            <a:ext cx="5809784" cy="448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71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61" y="956310"/>
            <a:ext cx="3247662" cy="1917700"/>
          </a:xfrm>
        </p:spPr>
        <p:txBody>
          <a:bodyPr anchor="ctr">
            <a:normAutofit/>
          </a:bodyPr>
          <a:lstStyle/>
          <a:p>
            <a:r>
              <a:rPr lang="en-US" sz="5400" b="1" err="1">
                <a:latin typeface="Bahnschrift"/>
              </a:rPr>
              <a:t>Dělení</a:t>
            </a:r>
            <a:r>
              <a:rPr lang="en-US" sz="5400" b="1">
                <a:latin typeface="Bahnschrift"/>
              </a:rPr>
              <a:t> </a:t>
            </a:r>
            <a:r>
              <a:rPr lang="en-US" sz="5400" b="1" err="1">
                <a:latin typeface="Bahnschrift"/>
              </a:rPr>
              <a:t>sítí</a:t>
            </a:r>
            <a:endParaRPr lang="en-US" sz="5400">
              <a:latin typeface="Bahnschrift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C0FFC5DC-AF4B-3CA6-2BB5-1A804045F4F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741865750"/>
              </p:ext>
            </p:extLst>
          </p:nvPr>
        </p:nvGraphicFramePr>
        <p:xfrm>
          <a:off x="4216396" y="215207"/>
          <a:ext cx="7706364" cy="6314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5" name="Picture 44" descr="Types of Networks">
            <a:extLst>
              <a:ext uri="{FF2B5EF4-FFF2-40B4-BE49-F238E27FC236}">
                <a16:creationId xmlns:a16="http://schemas.microsoft.com/office/drawing/2014/main" id="{67B96E09-19C6-F10A-C4EF-DAA132301A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" y="3236595"/>
            <a:ext cx="3576320" cy="199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65644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400" b="1" err="1">
                <a:latin typeface="Bahnschrift"/>
                <a:ea typeface="+mj-lt"/>
                <a:cs typeface="+mj-lt"/>
              </a:rPr>
              <a:t>Sítě</a:t>
            </a:r>
            <a:r>
              <a:rPr lang="en-US" sz="4400" b="1">
                <a:latin typeface="Bahnschrift"/>
                <a:ea typeface="+mj-lt"/>
                <a:cs typeface="+mj-lt"/>
              </a:rPr>
              <a:t> </a:t>
            </a:r>
            <a:r>
              <a:rPr lang="en-US" sz="4400" b="1" err="1">
                <a:latin typeface="Bahnschrift"/>
                <a:ea typeface="+mj-lt"/>
                <a:cs typeface="+mj-lt"/>
              </a:rPr>
              <a:t>podle</a:t>
            </a:r>
            <a:r>
              <a:rPr lang="en-US" sz="4400" b="1">
                <a:latin typeface="Bahnschrift"/>
                <a:ea typeface="+mj-lt"/>
                <a:cs typeface="+mj-lt"/>
              </a:rPr>
              <a:t> </a:t>
            </a:r>
            <a:r>
              <a:rPr lang="en-US" sz="4400" b="1" err="1">
                <a:latin typeface="Bahnschrift"/>
                <a:ea typeface="+mj-lt"/>
                <a:cs typeface="+mj-lt"/>
              </a:rPr>
              <a:t>druhu</a:t>
            </a:r>
            <a:r>
              <a:rPr lang="en-US" sz="4400" b="1">
                <a:latin typeface="Bahnschrift"/>
                <a:ea typeface="+mj-lt"/>
                <a:cs typeface="+mj-lt"/>
              </a:rPr>
              <a:t> </a:t>
            </a:r>
            <a:r>
              <a:rPr lang="en-US" sz="4400" b="1" err="1">
                <a:latin typeface="Bahnschrift"/>
                <a:ea typeface="+mj-lt"/>
                <a:cs typeface="+mj-lt"/>
              </a:rPr>
              <a:t>Přenosu</a:t>
            </a:r>
            <a:r>
              <a:rPr lang="en-US" sz="4400" b="1">
                <a:latin typeface="Bahnschrift"/>
                <a:ea typeface="+mj-lt"/>
                <a:cs typeface="+mj-lt"/>
              </a:rPr>
              <a:t> dat</a:t>
            </a:r>
            <a:endParaRPr lang="en-US" sz="4400" b="1">
              <a:latin typeface="Bahnschrif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40D19-C5FE-EFFD-E71A-5841F810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1371828"/>
            <a:ext cx="4748684" cy="583601"/>
          </a:xfrm>
        </p:spPr>
        <p:txBody>
          <a:bodyPr>
            <a:noAutofit/>
          </a:bodyPr>
          <a:lstStyle/>
          <a:p>
            <a:r>
              <a:rPr lang="en-US" sz="2800">
                <a:latin typeface="Bahnschrift"/>
              </a:rPr>
              <a:t>Komutační</a:t>
            </a:r>
            <a:endParaRPr lang="en-US" sz="2800">
              <a:latin typeface="Tenorite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827B12-6E9B-01E4-CB3D-AA007F8C707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50413" y="1951670"/>
            <a:ext cx="4748684" cy="4579846"/>
          </a:xfrm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000">
                <a:latin typeface="Kigelia Arabic"/>
                <a:cs typeface="Kigelia Arabic"/>
              </a:rPr>
              <a:t>Princip </a:t>
            </a:r>
            <a:r>
              <a:rPr lang="en-US" sz="2000" err="1">
                <a:latin typeface="Kigelia Arabic"/>
                <a:cs typeface="Kigelia Arabic"/>
              </a:rPr>
              <a:t>přepojování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okruhů</a:t>
            </a:r>
            <a:endParaRPr lang="en-US" sz="2000">
              <a:latin typeface="Tenorite"/>
              <a:cs typeface="Kigelia Arabic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err="1">
                <a:latin typeface="Kigelia Arabic"/>
                <a:cs typeface="Kigelia Arabic"/>
              </a:rPr>
              <a:t>Mezi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dvěma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koncovými</a:t>
            </a:r>
            <a:r>
              <a:rPr lang="en-US" sz="2000">
                <a:latin typeface="Kigelia Arabic"/>
                <a:cs typeface="Kigelia Arabic"/>
              </a:rPr>
              <a:t> body (</a:t>
            </a:r>
            <a:r>
              <a:rPr lang="en-US" sz="2000" err="1">
                <a:latin typeface="Kigelia Arabic"/>
                <a:cs typeface="Kigelia Arabic"/>
              </a:rPr>
              <a:t>např</a:t>
            </a:r>
            <a:r>
              <a:rPr lang="en-US" sz="2000">
                <a:latin typeface="Kigelia Arabic"/>
                <a:cs typeface="Kigelia Arabic"/>
              </a:rPr>
              <a:t>. </a:t>
            </a:r>
            <a:r>
              <a:rPr lang="en-US" sz="2000" err="1">
                <a:latin typeface="Kigelia Arabic"/>
                <a:cs typeface="Kigelia Arabic"/>
              </a:rPr>
              <a:t>telefonními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přístroji</a:t>
            </a:r>
            <a:r>
              <a:rPr lang="en-US" sz="2000">
                <a:latin typeface="Kigelia Arabic"/>
                <a:cs typeface="Kigelia Arabic"/>
              </a:rPr>
              <a:t>) </a:t>
            </a:r>
            <a:r>
              <a:rPr lang="en-US" sz="2000" err="1">
                <a:latin typeface="Kigelia Arabic"/>
                <a:cs typeface="Kigelia Arabic"/>
              </a:rPr>
              <a:t>vytvořen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pevný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okruh</a:t>
            </a:r>
            <a:r>
              <a:rPr lang="en-US" sz="2000">
                <a:latin typeface="Kigelia Arabic"/>
                <a:cs typeface="Kigelia Arabic"/>
              </a:rPr>
              <a:t> po </a:t>
            </a:r>
            <a:r>
              <a:rPr lang="en-US" sz="2000" err="1">
                <a:latin typeface="Kigelia Arabic"/>
                <a:cs typeface="Kigelia Arabic"/>
              </a:rPr>
              <a:t>celou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dobu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komunikace</a:t>
            </a:r>
            <a:r>
              <a:rPr lang="en-US" sz="2000">
                <a:latin typeface="Kigelia Arabic"/>
                <a:cs typeface="Kigelia Arabic"/>
              </a:rPr>
              <a:t>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err="1">
                <a:latin typeface="Kigelia Arabic"/>
                <a:cs typeface="Kigelia Arabic"/>
              </a:rPr>
              <a:t>Jakmile</a:t>
            </a:r>
            <a:r>
              <a:rPr lang="en-US" sz="2000">
                <a:latin typeface="Kigelia Arabic"/>
                <a:cs typeface="Kigelia Arabic"/>
              </a:rPr>
              <a:t> je </a:t>
            </a:r>
            <a:r>
              <a:rPr lang="en-US" sz="2000" err="1">
                <a:latin typeface="Kigelia Arabic"/>
                <a:cs typeface="Kigelia Arabic"/>
              </a:rPr>
              <a:t>spojení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navázáno</a:t>
            </a:r>
            <a:r>
              <a:rPr lang="en-US" sz="2000">
                <a:latin typeface="Kigelia Arabic"/>
                <a:cs typeface="Kigelia Arabic"/>
              </a:rPr>
              <a:t>, </a:t>
            </a:r>
            <a:r>
              <a:rPr lang="en-US" sz="2000" err="1">
                <a:latin typeface="Kigelia Arabic"/>
                <a:cs typeface="Kigelia Arabic"/>
              </a:rPr>
              <a:t>obě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strany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mají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vyhrazenou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šířku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pásma</a:t>
            </a:r>
            <a:r>
              <a:rPr lang="en-US" sz="2000">
                <a:latin typeface="Kigelia Arabic"/>
                <a:cs typeface="Kigelia Arabic"/>
              </a:rPr>
              <a:t>, </a:t>
            </a:r>
            <a:r>
              <a:rPr lang="en-US" sz="2000" err="1">
                <a:latin typeface="Kigelia Arabic"/>
                <a:cs typeface="Kigelia Arabic"/>
              </a:rPr>
              <a:t>což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zajišťuje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stabilní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přenos</a:t>
            </a:r>
            <a:r>
              <a:rPr lang="en-US" sz="2000">
                <a:latin typeface="Kigelia Arabic"/>
                <a:cs typeface="Kigelia Arabic"/>
              </a:rPr>
              <a:t> dat.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err="1">
                <a:latin typeface="Kigelia Arabic"/>
                <a:cs typeface="Kigelia Arabic"/>
              </a:rPr>
              <a:t>Byla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využívána</a:t>
            </a:r>
            <a:r>
              <a:rPr lang="en-US" sz="2000">
                <a:latin typeface="Kigelia Arabic"/>
                <a:cs typeface="Kigelia Arabic"/>
              </a:rPr>
              <a:t> v </a:t>
            </a:r>
            <a:r>
              <a:rPr lang="en-US" sz="2000" err="1">
                <a:latin typeface="Kigelia Arabic"/>
                <a:cs typeface="Kigelia Arabic"/>
              </a:rPr>
              <a:t>klasických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telefonních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sítích</a:t>
            </a:r>
            <a:r>
              <a:rPr lang="en-US" sz="2000">
                <a:latin typeface="Kigelia Arabic"/>
                <a:cs typeface="Kigelia Arabic"/>
              </a:rPr>
              <a:t>, </a:t>
            </a:r>
            <a:r>
              <a:rPr lang="en-US" sz="2000" err="1">
                <a:latin typeface="Kigelia Arabic"/>
                <a:cs typeface="Kigelia Arabic"/>
              </a:rPr>
              <a:t>každý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hovor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vyžadoval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zajištění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specifického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kanálu</a:t>
            </a:r>
            <a:r>
              <a:rPr lang="en-US" sz="2000">
                <a:latin typeface="Kigelia Arabic"/>
                <a:cs typeface="Kigelia Arabic"/>
              </a:rPr>
              <a:t> pro </a:t>
            </a:r>
            <a:r>
              <a:rPr lang="en-US" sz="2000" err="1">
                <a:latin typeface="Kigelia Arabic"/>
                <a:cs typeface="Kigelia Arabic"/>
              </a:rPr>
              <a:t>komunikaci</a:t>
            </a:r>
            <a:r>
              <a:rPr lang="en-US" sz="2000">
                <a:latin typeface="Kigelia Arabic"/>
                <a:cs typeface="Kigelia Arabic"/>
              </a:rPr>
              <a:t>, </a:t>
            </a:r>
            <a:r>
              <a:rPr lang="en-US" sz="2000" err="1">
                <a:latin typeface="Kigelia Arabic"/>
                <a:cs typeface="Kigelia Arabic"/>
              </a:rPr>
              <a:t>což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omezovalo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počet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současných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hovorů</a:t>
            </a:r>
            <a:r>
              <a:rPr lang="en-US" sz="2000">
                <a:latin typeface="Kigelia Arabic"/>
                <a:cs typeface="Kigelia Arabic"/>
              </a:rPr>
              <a:t>, </a:t>
            </a:r>
            <a:r>
              <a:rPr lang="en-US" sz="2000" err="1">
                <a:latin typeface="Kigelia Arabic"/>
                <a:cs typeface="Kigelia Arabic"/>
              </a:rPr>
              <a:t>které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síť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mohla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zvládnout</a:t>
            </a:r>
            <a:r>
              <a:rPr lang="en-US" sz="2000">
                <a:latin typeface="Kigelia Arabic"/>
                <a:cs typeface="Kigelia Arabic"/>
              </a:rPr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FFDFC4-C388-6B8F-9328-420E6E5EE75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93027" y="1371828"/>
            <a:ext cx="5284563" cy="583601"/>
          </a:xfrm>
        </p:spPr>
        <p:txBody>
          <a:bodyPr>
            <a:normAutofit/>
          </a:bodyPr>
          <a:lstStyle/>
          <a:p>
            <a:r>
              <a:rPr lang="en-US" sz="2800">
                <a:latin typeface="Bahnschrift"/>
              </a:rPr>
              <a:t>Paketová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3027" y="1949542"/>
            <a:ext cx="5283696" cy="440680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>
                <a:latin typeface="Kigelia Arabic"/>
                <a:cs typeface="Kigelia Arabic"/>
              </a:rPr>
              <a:t>Data </a:t>
            </a:r>
            <a:r>
              <a:rPr lang="en-US" sz="2400" err="1">
                <a:latin typeface="Kigelia Arabic"/>
                <a:cs typeface="Kigelia Arabic"/>
              </a:rPr>
              <a:t>rozdělena</a:t>
            </a:r>
            <a:r>
              <a:rPr lang="en-US" sz="2400">
                <a:latin typeface="Kigelia Arabic"/>
                <a:cs typeface="Kigelia Arabic"/>
              </a:rPr>
              <a:t> do </a:t>
            </a:r>
            <a:r>
              <a:rPr lang="en-US" sz="2400" err="1">
                <a:latin typeface="Kigelia Arabic"/>
                <a:cs typeface="Kigelia Arabic"/>
              </a:rPr>
              <a:t>menších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bloků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zvaných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pakety</a:t>
            </a:r>
            <a:endParaRPr lang="en-US" sz="2400">
              <a:latin typeface="Kigelia Arabic"/>
              <a:cs typeface="Kigelia Arabic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Každý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paket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může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putovat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sítí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různými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cestami</a:t>
            </a:r>
            <a:r>
              <a:rPr lang="en-US" sz="2400">
                <a:latin typeface="Kigelia Arabic"/>
                <a:cs typeface="Kigelia Arabic"/>
              </a:rPr>
              <a:t> a </a:t>
            </a:r>
            <a:r>
              <a:rPr lang="en-US" sz="2400" err="1">
                <a:latin typeface="Kigelia Arabic"/>
                <a:cs typeface="Kigelia Arabic"/>
              </a:rPr>
              <a:t>na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cílovém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místě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jsou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pakety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opět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složeny</a:t>
            </a:r>
            <a:r>
              <a:rPr lang="en-US" sz="2400">
                <a:latin typeface="Kigelia Arabic"/>
                <a:cs typeface="Kigelia Arabic"/>
              </a:rPr>
              <a:t> do </a:t>
            </a:r>
            <a:r>
              <a:rPr lang="en-US" sz="2400" err="1">
                <a:latin typeface="Kigelia Arabic"/>
                <a:cs typeface="Kigelia Arabic"/>
              </a:rPr>
              <a:t>původní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podoby</a:t>
            </a:r>
            <a:r>
              <a:rPr lang="en-US" sz="2400">
                <a:latin typeface="Kigelia Arabic"/>
                <a:cs typeface="Kigelia Arabic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2400">
                <a:latin typeface="Kigelia Arabic"/>
                <a:cs typeface="Kigelia Arabic"/>
              </a:rPr>
              <a:t> Internet = </a:t>
            </a:r>
            <a:r>
              <a:rPr lang="en-US" sz="2400" err="1">
                <a:latin typeface="Kigelia Arabic"/>
                <a:cs typeface="Kigelia Arabic"/>
              </a:rPr>
              <a:t>paketová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síť</a:t>
            </a:r>
            <a:endParaRPr lang="en-US" sz="2400">
              <a:latin typeface="Kigelia Arabic"/>
              <a:cs typeface="Kigelia Arabic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Metoda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umožňuje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efektivnější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využití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šířky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pásma</a:t>
            </a:r>
            <a:r>
              <a:rPr lang="en-US" sz="2400">
                <a:latin typeface="Kigelia Arabic"/>
                <a:cs typeface="Kigelia Arabic"/>
              </a:rPr>
              <a:t>, </a:t>
            </a:r>
            <a:r>
              <a:rPr lang="en-US" sz="2400" err="1">
                <a:latin typeface="Kigelia Arabic"/>
                <a:cs typeface="Kigelia Arabic"/>
              </a:rPr>
              <a:t>protože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každý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paket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cestuje</a:t>
            </a:r>
            <a:r>
              <a:rPr lang="en-US" sz="2400">
                <a:latin typeface="Kigelia Arabic"/>
                <a:cs typeface="Kigelia Arabic"/>
              </a:rPr>
              <a:t> po </a:t>
            </a:r>
            <a:r>
              <a:rPr lang="en-US" sz="2400" err="1">
                <a:latin typeface="Kigelia Arabic"/>
                <a:cs typeface="Kigelia Arabic"/>
              </a:rPr>
              <a:t>nejvýhodnější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cestě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podle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aktuální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zátěže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sítě</a:t>
            </a:r>
            <a:r>
              <a:rPr lang="en-US" sz="2400">
                <a:latin typeface="Kigelia Arabic"/>
                <a:cs typeface="Kigelia Arabic"/>
              </a:rPr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06859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b="1" err="1">
                <a:latin typeface="Bahnschrift"/>
                <a:ea typeface="+mj-lt"/>
                <a:cs typeface="+mj-lt"/>
              </a:rPr>
              <a:t>Sítě</a:t>
            </a:r>
            <a:r>
              <a:rPr lang="en-US" sz="3600" b="1">
                <a:latin typeface="Bahnschrift"/>
                <a:ea typeface="+mj-lt"/>
                <a:cs typeface="+mj-lt"/>
              </a:rPr>
              <a:t> </a:t>
            </a:r>
            <a:r>
              <a:rPr lang="en-US" sz="3600" b="1" err="1">
                <a:latin typeface="Bahnschrift"/>
                <a:ea typeface="+mj-lt"/>
                <a:cs typeface="+mj-lt"/>
              </a:rPr>
              <a:t>podle</a:t>
            </a:r>
            <a:r>
              <a:rPr lang="en-US" sz="3600" b="1">
                <a:latin typeface="Bahnschrift"/>
                <a:ea typeface="+mj-lt"/>
                <a:cs typeface="+mj-lt"/>
              </a:rPr>
              <a:t> </a:t>
            </a:r>
            <a:r>
              <a:rPr lang="en-US" sz="3600" b="1" err="1">
                <a:latin typeface="Bahnschrift"/>
                <a:ea typeface="+mj-lt"/>
                <a:cs typeface="+mj-lt"/>
              </a:rPr>
              <a:t>druhu</a:t>
            </a:r>
            <a:r>
              <a:rPr lang="en-US" sz="3600" b="1">
                <a:latin typeface="Bahnschrift"/>
                <a:ea typeface="+mj-lt"/>
                <a:cs typeface="+mj-lt"/>
              </a:rPr>
              <a:t> </a:t>
            </a:r>
            <a:r>
              <a:rPr lang="en-US" sz="3600" b="1" err="1">
                <a:latin typeface="Bahnschrift"/>
                <a:ea typeface="+mj-lt"/>
                <a:cs typeface="+mj-lt"/>
              </a:rPr>
              <a:t>Vlastnictví</a:t>
            </a:r>
            <a:endParaRPr lang="en-US" sz="3600" b="1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40D19-C5FE-EFFD-E71A-5841F810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859" y="1627226"/>
            <a:ext cx="2146797" cy="448990"/>
          </a:xfrm>
        </p:spPr>
        <p:txBody>
          <a:bodyPr>
            <a:noAutofit/>
          </a:bodyPr>
          <a:lstStyle/>
          <a:p>
            <a:r>
              <a:rPr lang="en-US" sz="2800">
                <a:latin typeface="Bahnschrift"/>
              </a:rPr>
              <a:t>Privátní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858" y="2206312"/>
            <a:ext cx="3940285" cy="430583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err="1">
                <a:latin typeface="Kigelia Arabic"/>
                <a:cs typeface="Kigelia Arabic"/>
              </a:rPr>
              <a:t>Síť</a:t>
            </a:r>
            <a:r>
              <a:rPr lang="en-US" sz="2400">
                <a:latin typeface="Kigelia Arabic"/>
                <a:cs typeface="Kigelia Arabic"/>
              </a:rPr>
              <a:t>, </a:t>
            </a:r>
            <a:r>
              <a:rPr lang="en-US" sz="2400" err="1">
                <a:latin typeface="Kigelia Arabic"/>
                <a:cs typeface="Kigelia Arabic"/>
              </a:rPr>
              <a:t>kterou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vlastní</a:t>
            </a:r>
            <a:r>
              <a:rPr lang="en-US" sz="2400">
                <a:latin typeface="Kigelia Arabic"/>
                <a:cs typeface="Kigelia Arabic"/>
              </a:rPr>
              <a:t> a </a:t>
            </a:r>
            <a:r>
              <a:rPr lang="en-US" sz="2400" err="1">
                <a:latin typeface="Kigelia Arabic"/>
                <a:cs typeface="Kigelia Arabic"/>
              </a:rPr>
              <a:t>spravuje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určitá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organizace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nebo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jednotlivci</a:t>
            </a:r>
            <a:endParaRPr lang="en-US" sz="2400">
              <a:latin typeface="Kigelia Arabic"/>
              <a:cs typeface="Kigelia Arabic"/>
            </a:endParaRPr>
          </a:p>
          <a:p>
            <a:pPr>
              <a:buFont typeface="Arial"/>
              <a:buChar char="•"/>
            </a:pPr>
            <a:r>
              <a:rPr lang="en-US" sz="2400" err="1">
                <a:latin typeface="Kigelia Arabic"/>
                <a:cs typeface="Kigelia Arabic"/>
              </a:rPr>
              <a:t>Přístup</a:t>
            </a:r>
            <a:r>
              <a:rPr lang="en-US" sz="2400">
                <a:latin typeface="Kigelia Arabic"/>
                <a:cs typeface="Kigelia Arabic"/>
              </a:rPr>
              <a:t> je </a:t>
            </a:r>
            <a:r>
              <a:rPr lang="en-US" sz="2400" err="1">
                <a:latin typeface="Kigelia Arabic"/>
                <a:cs typeface="Kigelia Arabic"/>
              </a:rPr>
              <a:t>omezený</a:t>
            </a:r>
            <a:r>
              <a:rPr lang="en-US" sz="2400">
                <a:latin typeface="Kigelia Arabic"/>
                <a:cs typeface="Kigelia Arabic"/>
              </a:rPr>
              <a:t> a </a:t>
            </a:r>
            <a:r>
              <a:rPr lang="en-US" sz="2400" err="1">
                <a:latin typeface="Kigelia Arabic"/>
                <a:cs typeface="Kigelia Arabic"/>
              </a:rPr>
              <a:t>mohou</a:t>
            </a:r>
            <a:r>
              <a:rPr lang="en-US" sz="2400">
                <a:latin typeface="Kigelia Arabic"/>
                <a:cs typeface="Kigelia Arabic"/>
              </a:rPr>
              <a:t> ji </a:t>
            </a:r>
            <a:r>
              <a:rPr lang="en-US" sz="2400" err="1">
                <a:latin typeface="Kigelia Arabic"/>
                <a:cs typeface="Kigelia Arabic"/>
              </a:rPr>
              <a:t>využívat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pouze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autorizovaní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uživatelé</a:t>
            </a:r>
            <a:endParaRPr lang="en-US" sz="2400">
              <a:latin typeface="Kigelia Arabic"/>
              <a:cs typeface="Kigelia Arabic"/>
            </a:endParaRPr>
          </a:p>
          <a:p>
            <a:pPr>
              <a:buFont typeface="Arial"/>
              <a:buChar char="•"/>
            </a:pPr>
            <a:r>
              <a:rPr lang="en-US" sz="2400" err="1">
                <a:latin typeface="Kigelia Arabic"/>
                <a:cs typeface="Kigelia Arabic"/>
              </a:rPr>
              <a:t>často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používané</a:t>
            </a:r>
            <a:r>
              <a:rPr lang="en-US" sz="2400">
                <a:latin typeface="Kigelia Arabic"/>
                <a:cs typeface="Kigelia Arabic"/>
              </a:rPr>
              <a:t> pro </a:t>
            </a:r>
            <a:r>
              <a:rPr lang="en-US" sz="2400" err="1">
                <a:latin typeface="Kigelia Arabic"/>
                <a:cs typeface="Kigelia Arabic"/>
              </a:rPr>
              <a:t>interní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firemní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komunikaci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nebo</a:t>
            </a:r>
            <a:r>
              <a:rPr lang="en-US" sz="2400">
                <a:latin typeface="Kigelia Arabic"/>
                <a:cs typeface="Kigelia Arabic"/>
              </a:rPr>
              <a:t> pro </a:t>
            </a:r>
            <a:r>
              <a:rPr lang="en-US" sz="2400" err="1">
                <a:latin typeface="Kigelia Arabic"/>
                <a:cs typeface="Kigelia Arabic"/>
              </a:rPr>
              <a:t>ochranu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citlivých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dat</a:t>
            </a:r>
            <a:endParaRPr lang="en-US" sz="2400">
              <a:latin typeface="Kigelia Arabic"/>
              <a:cs typeface="Kigelia Arabic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FFDFC4-C388-6B8F-9328-420E6E5EE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7108" y="1920875"/>
            <a:ext cx="3943627" cy="448989"/>
          </a:xfrm>
        </p:spPr>
        <p:txBody>
          <a:bodyPr>
            <a:normAutofit lnSpcReduction="10000"/>
          </a:bodyPr>
          <a:lstStyle/>
          <a:p>
            <a:r>
              <a:rPr lang="en-US" sz="2800">
                <a:latin typeface="Bahnschrift"/>
              </a:rPr>
              <a:t>Datová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827B12-6E9B-01E4-CB3D-AA007F8C707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7107" y="2519087"/>
            <a:ext cx="4106187" cy="4211293"/>
          </a:xfrm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400" err="1">
                <a:latin typeface="Kigelia Arabic"/>
                <a:cs typeface="Kigelia Arabic"/>
              </a:rPr>
              <a:t>Podskupina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veřejných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sítí</a:t>
            </a:r>
            <a:endParaRPr lang="en-US" sz="2400">
              <a:latin typeface="Kigelia Arabic"/>
              <a:cs typeface="Kigelia Arabic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latin typeface="Kigelia Arabic"/>
                <a:cs typeface="Kigelia Arabic"/>
              </a:rPr>
              <a:t>Navrženy</a:t>
            </a:r>
            <a:r>
              <a:rPr lang="en-US" sz="2400">
                <a:latin typeface="Kigelia Arabic"/>
                <a:cs typeface="Kigelia Arabic"/>
              </a:rPr>
              <a:t> pro </a:t>
            </a:r>
            <a:r>
              <a:rPr lang="en-US" sz="2400" err="1">
                <a:latin typeface="Kigelia Arabic"/>
                <a:cs typeface="Kigelia Arabic"/>
              </a:rPr>
              <a:t>přenos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velkého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množství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dat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mezi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uživateli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nebo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systémy</a:t>
            </a:r>
            <a:r>
              <a:rPr lang="en-US" sz="2400">
                <a:latin typeface="Kigelia Arabic"/>
                <a:cs typeface="Kigelia Arabic"/>
              </a:rPr>
              <a:t>.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latin typeface="Kigelia Arabic"/>
                <a:cs typeface="Kigelia Arabic"/>
              </a:rPr>
              <a:t>Protokoly</a:t>
            </a:r>
            <a:r>
              <a:rPr lang="en-US" sz="2400">
                <a:latin typeface="Kigelia Arabic"/>
                <a:cs typeface="Kigelia Arabic"/>
              </a:rPr>
              <a:t> (IP - Internet Protocol) k </a:t>
            </a:r>
            <a:r>
              <a:rPr lang="en-US" sz="2400" err="1">
                <a:latin typeface="Kigelia Arabic"/>
                <a:cs typeface="Kigelia Arabic"/>
              </a:rPr>
              <a:t>zajištění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spolehlivého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přenosu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dat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mezi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uzly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sítě</a:t>
            </a:r>
            <a:r>
              <a:rPr lang="en-US" sz="2400">
                <a:latin typeface="Kigelia Arabic"/>
                <a:cs typeface="Kigelia Arabic"/>
              </a:rPr>
              <a:t>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latin typeface="Kigelia Arabic"/>
                <a:cs typeface="Kigelia Arabic"/>
              </a:rPr>
              <a:t>Páteř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internetového</a:t>
            </a:r>
            <a:r>
              <a:rPr lang="en-US" sz="2400">
                <a:latin typeface="Kigelia Arabic"/>
                <a:cs typeface="Kigelia Arabic"/>
              </a:rPr>
              <a:t> </a:t>
            </a:r>
            <a:r>
              <a:rPr lang="en-US" sz="2400" err="1">
                <a:latin typeface="Kigelia Arabic"/>
                <a:cs typeface="Kigelia Arabic"/>
              </a:rPr>
              <a:t>provozu</a:t>
            </a:r>
            <a:endParaRPr lang="en-US" sz="2400">
              <a:latin typeface="Kigelia Arabic"/>
              <a:cs typeface="Kigelia Arabic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020DE48-17CA-C637-26AF-BDEB635A546F}"/>
              </a:ext>
            </a:extLst>
          </p:cNvPr>
          <p:cNvSpPr txBox="1">
            <a:spLocks/>
          </p:cNvSpPr>
          <p:nvPr/>
        </p:nvSpPr>
        <p:spPr>
          <a:xfrm>
            <a:off x="4707674" y="1761041"/>
            <a:ext cx="2146797" cy="4489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Bahnschrift"/>
              </a:rPr>
              <a:t>Veřejná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F2519F5-EE2C-91E2-EC68-8C61114BA447}"/>
              </a:ext>
            </a:extLst>
          </p:cNvPr>
          <p:cNvSpPr txBox="1">
            <a:spLocks/>
          </p:cNvSpPr>
          <p:nvPr/>
        </p:nvSpPr>
        <p:spPr>
          <a:xfrm>
            <a:off x="4706655" y="2522803"/>
            <a:ext cx="2747473" cy="3343481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3200" err="1">
                <a:latin typeface="Kigelia Arabic"/>
                <a:cs typeface="Kigelia Arabic"/>
              </a:rPr>
              <a:t>Přístupná</a:t>
            </a:r>
            <a:r>
              <a:rPr lang="en-US" sz="2800">
                <a:latin typeface="Kigelia Arabic"/>
                <a:cs typeface="Kigelia Arabic"/>
              </a:rPr>
              <a:t> </a:t>
            </a:r>
            <a:r>
              <a:rPr lang="en-US" sz="2800" err="1">
                <a:latin typeface="Kigelia Arabic"/>
                <a:cs typeface="Kigelia Arabic"/>
              </a:rPr>
              <a:t>široké</a:t>
            </a:r>
            <a:r>
              <a:rPr lang="en-US" sz="2800">
                <a:latin typeface="Kigelia Arabic"/>
                <a:cs typeface="Kigelia Arabic"/>
              </a:rPr>
              <a:t> </a:t>
            </a:r>
            <a:r>
              <a:rPr lang="en-US" sz="2800" err="1">
                <a:latin typeface="Kigelia Arabic"/>
                <a:cs typeface="Kigelia Arabic"/>
              </a:rPr>
              <a:t>veřejnosti</a:t>
            </a:r>
            <a:r>
              <a:rPr lang="en-US" sz="2800">
                <a:latin typeface="Kigelia Arabic"/>
                <a:cs typeface="Kigelia Arabic"/>
              </a:rPr>
              <a:t> a </a:t>
            </a:r>
            <a:r>
              <a:rPr lang="en-US" sz="2800" err="1">
                <a:latin typeface="Kigelia Arabic"/>
                <a:cs typeface="Kigelia Arabic"/>
              </a:rPr>
              <a:t>není</a:t>
            </a:r>
            <a:r>
              <a:rPr lang="en-US" sz="2800">
                <a:latin typeface="Kigelia Arabic"/>
                <a:cs typeface="Kigelia Arabic"/>
              </a:rPr>
              <a:t> </a:t>
            </a:r>
            <a:r>
              <a:rPr lang="en-US" sz="2800" err="1">
                <a:latin typeface="Kigelia Arabic"/>
                <a:cs typeface="Kigelia Arabic"/>
              </a:rPr>
              <a:t>omezena</a:t>
            </a:r>
            <a:r>
              <a:rPr lang="en-US" sz="2800">
                <a:latin typeface="Kigelia Arabic"/>
                <a:cs typeface="Kigelia Arabic"/>
              </a:rPr>
              <a:t> </a:t>
            </a:r>
            <a:r>
              <a:rPr lang="en-US" sz="2800" err="1">
                <a:latin typeface="Kigelia Arabic"/>
                <a:cs typeface="Kigelia Arabic"/>
              </a:rPr>
              <a:t>na</a:t>
            </a:r>
            <a:r>
              <a:rPr lang="en-US" sz="2800">
                <a:latin typeface="Kigelia Arabic"/>
                <a:cs typeface="Kigelia Arabic"/>
              </a:rPr>
              <a:t> </a:t>
            </a:r>
            <a:r>
              <a:rPr lang="en-US" sz="2800" err="1">
                <a:latin typeface="Kigelia Arabic"/>
                <a:cs typeface="Kigelia Arabic"/>
              </a:rPr>
              <a:t>konkrétní</a:t>
            </a:r>
            <a:r>
              <a:rPr lang="en-US" sz="2800">
                <a:latin typeface="Kigelia Arabic"/>
                <a:cs typeface="Kigelia Arabic"/>
              </a:rPr>
              <a:t> </a:t>
            </a:r>
            <a:r>
              <a:rPr lang="en-US" sz="2800" err="1">
                <a:latin typeface="Kigelia Arabic"/>
                <a:cs typeface="Kigelia Arabic"/>
              </a:rPr>
              <a:t>organizaci</a:t>
            </a:r>
            <a:endParaRPr lang="en-US" sz="2800">
              <a:latin typeface="Kigelia Arabic"/>
              <a:cs typeface="Kigelia Arabic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>
                <a:latin typeface="Kigelia Arabic"/>
                <a:cs typeface="Kigelia Arabic"/>
              </a:rPr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1617746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752A3-4567-39DF-F996-B082AEB3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72" y="314961"/>
            <a:ext cx="9983253" cy="588176"/>
          </a:xfrm>
        </p:spPr>
        <p:txBody>
          <a:bodyPr anchor="b">
            <a:noAutofit/>
          </a:bodyPr>
          <a:lstStyle/>
          <a:p>
            <a:pPr algn="r"/>
            <a:r>
              <a:rPr lang="en-US" sz="4000" b="1">
                <a:latin typeface="Bahnschrift"/>
                <a:ea typeface="+mj-lt"/>
                <a:cs typeface="+mj-lt"/>
              </a:rPr>
              <a:t>Podle fyzické rozlehlosti</a:t>
            </a:r>
            <a:endParaRPr lang="en-US" sz="400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7F0DA13-1D92-904F-CDA0-1F43B8FEC048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1273930820"/>
              </p:ext>
            </p:extLst>
          </p:nvPr>
        </p:nvGraphicFramePr>
        <p:xfrm>
          <a:off x="873760" y="1188720"/>
          <a:ext cx="10439772" cy="5182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886">
                  <a:extLst>
                    <a:ext uri="{9D8B030D-6E8A-4147-A177-3AD203B41FA5}">
                      <a16:colId xmlns:a16="http://schemas.microsoft.com/office/drawing/2014/main" val="3429201714"/>
                    </a:ext>
                  </a:extLst>
                </a:gridCol>
                <a:gridCol w="5219886">
                  <a:extLst>
                    <a:ext uri="{9D8B030D-6E8A-4147-A177-3AD203B41FA5}">
                      <a16:colId xmlns:a16="http://schemas.microsoft.com/office/drawing/2014/main" val="4225426058"/>
                    </a:ext>
                  </a:extLst>
                </a:gridCol>
              </a:tblGrid>
              <a:tr h="1368788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LAN (LOCAL AREA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kern="1200" spc="50" baseline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Lokální</a:t>
                      </a:r>
                      <a:r>
                        <a:rPr lang="en-US" sz="2000" b="0" kern="1200" spc="50" baseline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2000" b="0" kern="1200" spc="50" baseline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síť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Spojuje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zařízení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v 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malé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geografické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oblasti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(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kancelář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/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dům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)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vysoká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rychlost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přenosu</a:t>
                      </a:r>
                      <a:r>
                        <a:rPr lang="en-US" sz="20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20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dat</a:t>
                      </a:r>
                      <a:endParaRPr lang="en-US" sz="2000" b="0" kern="1200" spc="50" baseline="0" err="1">
                        <a:solidFill>
                          <a:schemeClr val="tx1"/>
                        </a:solidFill>
                        <a:latin typeface="Kigelia Arabic"/>
                        <a:ea typeface="+mn-ea"/>
                        <a:cs typeface="Kigelia Arab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306109"/>
                  </a:ext>
                </a:extLst>
              </a:tr>
              <a:tr h="1339027">
                <a:tc>
                  <a:txBody>
                    <a:bodyPr/>
                    <a:lstStyle/>
                    <a:p>
                      <a:r>
                        <a:rPr lang="en-US"/>
                        <a:t>MAN (METROPOLITAN AREA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 rtl="0" eaLnBrk="1" latinLnBrk="0" hangingPunct="1">
                        <a:buFont typeface="Arial"/>
                        <a:buChar char="•"/>
                      </a:pP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Větší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městské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oblasti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,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spojuje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různé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LAN</a:t>
                      </a:r>
                      <a:endParaRPr lang="en-US"/>
                    </a:p>
                    <a:p>
                      <a:pPr marL="342900" lvl="0" indent="-342900" algn="l" rtl="0">
                        <a:buFont typeface="Arial"/>
                        <a:buChar char="•"/>
                      </a:pP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Efektivní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sdílení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zdrojů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a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dat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mezi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organizacemi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,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univerzitami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nebo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vládními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institucemi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79598"/>
                  </a:ext>
                </a:extLst>
              </a:tr>
              <a:tr h="1011708">
                <a:tc>
                  <a:txBody>
                    <a:bodyPr/>
                    <a:lstStyle/>
                    <a:p>
                      <a:r>
                        <a:rPr lang="en-US"/>
                        <a:t>WAN (WIDE AREA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 defTabSz="914400" rtl="0" eaLnBrk="1" latinLnBrk="0" hangingPunct="1">
                        <a:buFont typeface="Arial"/>
                        <a:buChar char="•"/>
                      </a:pP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Rozsáhlá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geografická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území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(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státy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 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nebo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celé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kontinenty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)</a:t>
                      </a:r>
                    </a:p>
                    <a:p>
                      <a:pPr marL="342900" lvl="0" indent="-342900" algn="l" defTabSz="914400" rtl="0" eaLnBrk="1" latinLnBrk="0" hangingPunct="1">
                        <a:buFont typeface="Arial"/>
                        <a:buChar char="•"/>
                      </a:pP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Internet je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největší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WAN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na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světě</a:t>
                      </a:r>
                      <a:endParaRPr lang="en-US" sz="1800" b="0" kern="1200" spc="50" baseline="0" noProof="0">
                        <a:solidFill>
                          <a:schemeClr val="tx1"/>
                        </a:solidFill>
                        <a:latin typeface="Kigelia Arabic"/>
                        <a:ea typeface="+mn-ea"/>
                        <a:cs typeface="Kigelia Arab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082215"/>
                  </a:ext>
                </a:extLst>
              </a:tr>
              <a:tr h="1448136">
                <a:tc>
                  <a:txBody>
                    <a:bodyPr/>
                    <a:lstStyle/>
                    <a:p>
                      <a:r>
                        <a:rPr lang="en-US"/>
                        <a:t>VPN (VIRTUAL PRIVATE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Bezpečné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spojení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mezi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dvěma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body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přes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veřejnou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síť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Šifruje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přenosy</a:t>
                      </a:r>
                      <a:endParaRPr lang="en-US" sz="1800" b="0" kern="1200" spc="50" baseline="0" noProof="0">
                        <a:solidFill>
                          <a:schemeClr val="tx1"/>
                        </a:solidFill>
                        <a:latin typeface="Kigelia Arabic"/>
                        <a:ea typeface="+mn-ea"/>
                        <a:cs typeface="Kigelia Arabic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Např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.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bezpečné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připojení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zaměstnanců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pracujících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na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dálku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k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firemním</a:t>
                      </a:r>
                      <a:r>
                        <a:rPr lang="en-US" sz="1800" b="0" kern="1200" spc="50" baseline="0" noProof="0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 </a:t>
                      </a:r>
                      <a:r>
                        <a:rPr lang="en-US" sz="1800" b="0" kern="1200" spc="50" baseline="0" noProof="0" err="1">
                          <a:solidFill>
                            <a:schemeClr val="tx1"/>
                          </a:solidFill>
                          <a:latin typeface="Kigelia Arabic"/>
                          <a:ea typeface="+mn-ea"/>
                          <a:cs typeface="Kigelia Arabic"/>
                        </a:rPr>
                        <a:t>systémům</a:t>
                      </a:r>
                      <a:endParaRPr lang="en-US" sz="1800" b="0" kern="1200" spc="50" baseline="0" noProof="0">
                        <a:solidFill>
                          <a:schemeClr val="tx1"/>
                        </a:solidFill>
                        <a:latin typeface="Kigelia Arabic"/>
                        <a:ea typeface="+mn-ea"/>
                        <a:cs typeface="Kigelia Arab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73019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1D679-2D51-D504-918F-FFC711B5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3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C03B-5FF0-33D6-C13A-E3BCD1D8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04934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>
                <a:latin typeface="Bahnschrift"/>
                <a:ea typeface="+mj-lt"/>
                <a:cs typeface="+mj-lt"/>
              </a:rPr>
              <a:t>Podle organizační rozlehlosti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0679C-249D-A165-982F-24D0E2BFD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1873757"/>
            <a:ext cx="4500880" cy="351284"/>
          </a:xfrm>
        </p:spPr>
        <p:txBody>
          <a:bodyPr>
            <a:noAutofit/>
          </a:bodyPr>
          <a:lstStyle/>
          <a:p>
            <a:r>
              <a:rPr lang="en-US" sz="2800">
                <a:latin typeface="Bahnschrift"/>
              </a:rPr>
              <a:t>Intranet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B98DC-37F6-BEB0-EEFA-07363EFAA6E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365875"/>
            <a:ext cx="4978400" cy="4055244"/>
          </a:xfrm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 err="1">
                <a:latin typeface="Kigelia Arabic"/>
                <a:cs typeface="Kigelia Arabic"/>
              </a:rPr>
              <a:t>interní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síť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organizace</a:t>
            </a:r>
            <a:r>
              <a:rPr lang="en-US" sz="2200">
                <a:latin typeface="Kigelia Arabic"/>
                <a:cs typeface="Kigelia Arabic"/>
              </a:rPr>
              <a:t>, </a:t>
            </a:r>
            <a:r>
              <a:rPr lang="en-US" sz="2200" err="1">
                <a:latin typeface="Kigelia Arabic"/>
                <a:cs typeface="Kigelia Arabic"/>
              </a:rPr>
              <a:t>používá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stejné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technologie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jako</a:t>
            </a:r>
            <a:r>
              <a:rPr lang="en-US" sz="2200">
                <a:latin typeface="Kigelia Arabic"/>
                <a:cs typeface="Kigelia Arabic"/>
              </a:rPr>
              <a:t> internet (</a:t>
            </a:r>
            <a:r>
              <a:rPr lang="en-US" sz="2200" err="1">
                <a:latin typeface="Kigelia Arabic"/>
                <a:cs typeface="Kigelia Arabic"/>
              </a:rPr>
              <a:t>např</a:t>
            </a:r>
            <a:r>
              <a:rPr lang="en-US" sz="2200">
                <a:latin typeface="Kigelia Arabic"/>
                <a:cs typeface="Kigelia Arabic"/>
              </a:rPr>
              <a:t>. </a:t>
            </a:r>
            <a:r>
              <a:rPr lang="en-US" sz="2200" err="1">
                <a:latin typeface="Kigelia Arabic"/>
                <a:cs typeface="Kigelia Arabic"/>
              </a:rPr>
              <a:t>webové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prohlížeče</a:t>
            </a:r>
            <a:r>
              <a:rPr lang="en-US" sz="2200">
                <a:latin typeface="Kigelia Arabic"/>
                <a:cs typeface="Kigelia Arabic"/>
              </a:rPr>
              <a:t> a HTTP), ale je </a:t>
            </a:r>
            <a:r>
              <a:rPr lang="en-US" sz="2200" err="1">
                <a:latin typeface="Kigelia Arabic"/>
                <a:cs typeface="Kigelia Arabic"/>
              </a:rPr>
              <a:t>uzavřena</a:t>
            </a:r>
            <a:r>
              <a:rPr lang="en-US" sz="2200">
                <a:latin typeface="Kigelia Arabic"/>
                <a:cs typeface="Kigelia Arabic"/>
              </a:rPr>
              <a:t> pro </a:t>
            </a:r>
            <a:r>
              <a:rPr lang="en-US" sz="2200" err="1">
                <a:latin typeface="Kigelia Arabic"/>
                <a:cs typeface="Kigelia Arabic"/>
              </a:rPr>
              <a:t>veřejnost</a:t>
            </a:r>
            <a:endParaRPr lang="en-US" sz="2200">
              <a:latin typeface="Kigelia Arabic"/>
              <a:cs typeface="Kigelia Arabic"/>
            </a:endParaRPr>
          </a:p>
          <a:p>
            <a:pPr marL="285750" indent="-285750">
              <a:buFont typeface="Arial"/>
              <a:buChar char="•"/>
            </a:pPr>
            <a:r>
              <a:rPr lang="en-US" sz="2200" err="1">
                <a:latin typeface="Kigelia Arabic"/>
                <a:cs typeface="Kigelia Arabic"/>
              </a:rPr>
              <a:t>určena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pouze</a:t>
            </a:r>
            <a:r>
              <a:rPr lang="en-US" sz="2200">
                <a:latin typeface="Kigelia Arabic"/>
                <a:cs typeface="Kigelia Arabic"/>
              </a:rPr>
              <a:t> pro </a:t>
            </a:r>
            <a:r>
              <a:rPr lang="en-US" sz="2200" err="1">
                <a:latin typeface="Kigelia Arabic"/>
                <a:cs typeface="Kigelia Arabic"/>
              </a:rPr>
              <a:t>interní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použití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zaměstnanců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organizací</a:t>
            </a:r>
          </a:p>
          <a:p>
            <a:pPr marL="285750" indent="-285750">
              <a:buFont typeface="Arial"/>
              <a:buChar char="•"/>
            </a:pPr>
            <a:r>
              <a:rPr lang="en-US" sz="2200" err="1">
                <a:latin typeface="Kigelia Arabic"/>
                <a:cs typeface="Kigelia Arabic"/>
              </a:rPr>
              <a:t>Může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obsahovat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interní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webové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stránky</a:t>
            </a:r>
            <a:r>
              <a:rPr lang="en-US" sz="2200">
                <a:latin typeface="Kigelia Arabic"/>
                <a:cs typeface="Kigelia Arabic"/>
              </a:rPr>
              <a:t>, </a:t>
            </a:r>
            <a:r>
              <a:rPr lang="en-US" sz="2200" err="1">
                <a:latin typeface="Kigelia Arabic"/>
                <a:cs typeface="Kigelia Arabic"/>
              </a:rPr>
              <a:t>systémy</a:t>
            </a:r>
            <a:r>
              <a:rPr lang="en-US" sz="2200">
                <a:latin typeface="Kigelia Arabic"/>
                <a:cs typeface="Kigelia Arabic"/>
              </a:rPr>
              <a:t> pro </a:t>
            </a:r>
            <a:r>
              <a:rPr lang="en-US" sz="2200" err="1">
                <a:latin typeface="Kigelia Arabic"/>
                <a:cs typeface="Kigelia Arabic"/>
              </a:rPr>
              <a:t>správu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projektů</a:t>
            </a:r>
            <a:r>
              <a:rPr lang="en-US" sz="2200">
                <a:latin typeface="Kigelia Arabic"/>
                <a:cs typeface="Kigelia Arabic"/>
              </a:rPr>
              <a:t> a </a:t>
            </a:r>
            <a:r>
              <a:rPr lang="en-US" sz="2200" err="1">
                <a:latin typeface="Kigelia Arabic"/>
                <a:cs typeface="Kigelia Arabic"/>
              </a:rPr>
              <a:t>další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aplikace</a:t>
            </a:r>
            <a:r>
              <a:rPr lang="en-US" sz="2200">
                <a:latin typeface="Kigelia Arabic"/>
                <a:cs typeface="Kigelia Arabic"/>
              </a:rPr>
              <a:t> pro </a:t>
            </a:r>
            <a:r>
              <a:rPr lang="en-US" sz="2200" err="1">
                <a:latin typeface="Kigelia Arabic"/>
                <a:cs typeface="Kigelia Arabic"/>
              </a:rPr>
              <a:t>sdílení</a:t>
            </a:r>
            <a:r>
              <a:rPr lang="en-US" sz="2200">
                <a:latin typeface="Kigelia Arabic"/>
                <a:cs typeface="Kigelia Arabic"/>
              </a:rPr>
              <a:t> </a:t>
            </a:r>
            <a:r>
              <a:rPr lang="en-US" sz="2200" err="1">
                <a:latin typeface="Kigelia Arabic"/>
                <a:cs typeface="Kigelia Arabic"/>
              </a:rPr>
              <a:t>informací</a:t>
            </a:r>
            <a:r>
              <a:rPr lang="en-US" sz="2200">
                <a:latin typeface="Kigelia Arabic"/>
                <a:cs typeface="Kigelia Arabic"/>
              </a:rPr>
              <a:t> a </a:t>
            </a:r>
            <a:r>
              <a:rPr lang="en-US" sz="2200" err="1">
                <a:latin typeface="Kigelia Arabic"/>
                <a:cs typeface="Kigelia Arabic"/>
              </a:rPr>
              <a:t>spolupráci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D7AE0F-A313-8CEE-BD01-4F558EBC1CA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746241" y="1873757"/>
            <a:ext cx="4277360" cy="351284"/>
          </a:xfrm>
        </p:spPr>
        <p:txBody>
          <a:bodyPr>
            <a:noAutofit/>
          </a:bodyPr>
          <a:lstStyle/>
          <a:p>
            <a:r>
              <a:rPr lang="en-US" sz="2800">
                <a:latin typeface="Bahnschrift"/>
              </a:rPr>
              <a:t>Internet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5338F-48DA-D5A8-684A-89BB8F37753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746241" y="2369819"/>
            <a:ext cx="4612640" cy="3915409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500" err="1">
                <a:latin typeface="Kigelia Arabic"/>
                <a:cs typeface="Kigelia Arabic"/>
              </a:rPr>
              <a:t>Globální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síť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propojující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miliardy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zařízení</a:t>
            </a:r>
            <a:r>
              <a:rPr lang="en-US" sz="2500">
                <a:latin typeface="Kigelia Arabic"/>
                <a:cs typeface="Kigelia Arabic"/>
              </a:rPr>
              <a:t> po </a:t>
            </a:r>
            <a:r>
              <a:rPr lang="en-US" sz="2500" err="1">
                <a:latin typeface="Kigelia Arabic"/>
                <a:cs typeface="Kigelia Arabic"/>
              </a:rPr>
              <a:t>celém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světě</a:t>
            </a:r>
            <a:endParaRPr lang="en-US" sz="2500">
              <a:latin typeface="Kigelia Arabic"/>
              <a:cs typeface="Kigelia Arabic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latin typeface="Kigelia Arabic"/>
                <a:cs typeface="Kigelia Arabic"/>
              </a:rPr>
              <a:t>Vznikl v 60. </a:t>
            </a:r>
            <a:r>
              <a:rPr lang="en-US" sz="2500" err="1">
                <a:latin typeface="Kigelia Arabic"/>
                <a:cs typeface="Kigelia Arabic"/>
              </a:rPr>
              <a:t>letech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jako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projekt</a:t>
            </a:r>
            <a:r>
              <a:rPr lang="en-US" sz="2500">
                <a:latin typeface="Kigelia Arabic"/>
                <a:cs typeface="Kigelia Arabic"/>
              </a:rPr>
              <a:t> ARPANET</a:t>
            </a:r>
          </a:p>
          <a:p>
            <a:pPr marL="285750" indent="-285750">
              <a:buFont typeface="Arial"/>
              <a:buChar char="•"/>
            </a:pPr>
            <a:r>
              <a:rPr lang="en-US" sz="2500" err="1">
                <a:latin typeface="Kigelia Arabic"/>
                <a:cs typeface="Kigelia Arabic"/>
              </a:rPr>
              <a:t>umožňuje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uživatelům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sdílet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informace</a:t>
            </a:r>
            <a:r>
              <a:rPr lang="en-US" sz="2500">
                <a:latin typeface="Kigelia Arabic"/>
                <a:cs typeface="Kigelia Arabic"/>
              </a:rPr>
              <a:t>, </a:t>
            </a:r>
            <a:r>
              <a:rPr lang="en-US" sz="2500" err="1">
                <a:latin typeface="Kigelia Arabic"/>
                <a:cs typeface="Kigelia Arabic"/>
              </a:rPr>
              <a:t>komunikovat</a:t>
            </a:r>
            <a:r>
              <a:rPr lang="en-US" sz="2500">
                <a:latin typeface="Kigelia Arabic"/>
                <a:cs typeface="Kigelia Arabic"/>
              </a:rPr>
              <a:t> a </a:t>
            </a:r>
            <a:r>
              <a:rPr lang="en-US" sz="2500" err="1">
                <a:latin typeface="Kigelia Arabic"/>
                <a:cs typeface="Kigelia Arabic"/>
              </a:rPr>
              <a:t>používat</a:t>
            </a:r>
            <a:r>
              <a:rPr lang="en-US" sz="2500">
                <a:latin typeface="Kigelia Arabic"/>
                <a:cs typeface="Kigelia Arabic"/>
              </a:rPr>
              <a:t> </a:t>
            </a:r>
            <a:r>
              <a:rPr lang="en-US" sz="2500" err="1">
                <a:latin typeface="Kigelia Arabic"/>
                <a:cs typeface="Kigelia Arabic"/>
              </a:rPr>
              <a:t>aplikace</a:t>
            </a:r>
            <a:endParaRPr lang="en-US" sz="2500">
              <a:latin typeface="Kigelia Arabic"/>
              <a:cs typeface="Kigelia Arabic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B61C6-9F24-AE1D-1CD6-59D787B55A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22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0100-3BE5-FB76-8AD8-61E10B8D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764446"/>
          </a:xfrm>
        </p:spPr>
        <p:txBody>
          <a:bodyPr>
            <a:normAutofit/>
          </a:bodyPr>
          <a:lstStyle/>
          <a:p>
            <a:r>
              <a:rPr lang="en-US" sz="3600" b="1">
                <a:latin typeface="Bahnschrift"/>
                <a:ea typeface="+mj-lt"/>
                <a:cs typeface="+mj-lt"/>
              </a:rPr>
              <a:t>Hisotrie : počátky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00A26-62AB-7DFC-2834-BCE9CB5AB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220493"/>
            <a:ext cx="7288212" cy="49496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2000" b="0">
                <a:latin typeface="Kigelia Arabic"/>
                <a:cs typeface="Kigelia Arabic"/>
              </a:rPr>
              <a:t>ARPANET (1969)</a:t>
            </a:r>
          </a:p>
          <a:p>
            <a:pPr marL="568960" lvl="1">
              <a:buFont typeface="Courier New" panose="020B0604020202020204" pitchFamily="34" charset="0"/>
              <a:buChar char="o"/>
            </a:pPr>
            <a:r>
              <a:rPr lang="en-US" sz="2000" err="1">
                <a:latin typeface="Kigelia Arabic"/>
                <a:cs typeface="Kigelia Arabic"/>
              </a:rPr>
              <a:t>první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pokus</a:t>
            </a:r>
            <a:r>
              <a:rPr lang="en-US" sz="2000">
                <a:latin typeface="Kigelia Arabic"/>
                <a:cs typeface="Kigelia Arabic"/>
              </a:rPr>
              <a:t> o </a:t>
            </a:r>
            <a:r>
              <a:rPr lang="en-US" sz="2000" err="1">
                <a:latin typeface="Kigelia Arabic"/>
                <a:cs typeface="Kigelia Arabic"/>
              </a:rPr>
              <a:t>propojení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počítačů</a:t>
            </a:r>
            <a:r>
              <a:rPr lang="en-US" sz="2000">
                <a:latin typeface="Kigelia Arabic"/>
                <a:cs typeface="Kigelia Arabic"/>
              </a:rPr>
              <a:t> do </a:t>
            </a:r>
            <a:r>
              <a:rPr lang="en-US" sz="2000" err="1">
                <a:latin typeface="Kigelia Arabic"/>
                <a:cs typeface="Kigelia Arabic"/>
              </a:rPr>
              <a:t>sítě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pomocí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přepojování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paketů</a:t>
            </a:r>
            <a:endParaRPr lang="en-US" sz="2000">
              <a:latin typeface="Kigelia Arabic"/>
              <a:cs typeface="Kigelia Arabic"/>
            </a:endParaRPr>
          </a:p>
          <a:p>
            <a:pPr marL="568960" lvl="1">
              <a:buFont typeface="Courier New" panose="020B0604020202020204" pitchFamily="34" charset="0"/>
              <a:buChar char="o"/>
            </a:pPr>
            <a:r>
              <a:rPr lang="en-US" sz="2000" err="1">
                <a:latin typeface="Kigelia Arabic"/>
                <a:cs typeface="Kigelia Arabic"/>
              </a:rPr>
              <a:t>projekt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financovaný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americkým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Ministerstvem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obrany</a:t>
            </a:r>
            <a:r>
              <a:rPr lang="en-US" sz="2000">
                <a:latin typeface="Kigelia Arabic"/>
                <a:cs typeface="Kigelia Arabic"/>
              </a:rPr>
              <a:t>, </a:t>
            </a:r>
            <a:r>
              <a:rPr lang="en-US" sz="2000" err="1">
                <a:latin typeface="Kigelia Arabic"/>
                <a:cs typeface="Kigelia Arabic"/>
              </a:rPr>
              <a:t>položil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základy</a:t>
            </a:r>
            <a:r>
              <a:rPr lang="en-US" sz="2000">
                <a:latin typeface="Kigelia Arabic"/>
                <a:cs typeface="Kigelia Arabic"/>
              </a:rPr>
              <a:t> pro </a:t>
            </a:r>
            <a:r>
              <a:rPr lang="en-US" sz="2000" err="1">
                <a:latin typeface="Kigelia Arabic"/>
                <a:cs typeface="Kigelia Arabic"/>
              </a:rPr>
              <a:t>vznik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moderního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internetu</a:t>
            </a:r>
            <a:endParaRPr lang="en-US" sz="2000">
              <a:latin typeface="Kigelia Arabic"/>
              <a:cs typeface="Kigelia Arabic"/>
            </a:endParaRPr>
          </a:p>
          <a:p>
            <a:pPr marL="285750" indent="-285750">
              <a:buChar char="•"/>
            </a:pPr>
            <a:r>
              <a:rPr lang="en-US" sz="2000" b="0">
                <a:latin typeface="Kigelia Arabic"/>
                <a:cs typeface="Kigelia Arabic"/>
              </a:rPr>
              <a:t>70. </a:t>
            </a:r>
            <a:r>
              <a:rPr lang="en-US" sz="2000" b="0" err="1">
                <a:latin typeface="Kigelia Arabic"/>
                <a:cs typeface="Kigelia Arabic"/>
              </a:rPr>
              <a:t>Léta</a:t>
            </a:r>
            <a:endParaRPr lang="en-US" sz="2000" b="0">
              <a:latin typeface="Kigelia Arabic"/>
              <a:cs typeface="Kigelia Arabic"/>
            </a:endParaRPr>
          </a:p>
          <a:p>
            <a:pPr marL="568960" lvl="1">
              <a:buFont typeface="Courier New,monospace" panose="020B0604020202020204" pitchFamily="34" charset="0"/>
              <a:buChar char="o"/>
            </a:pPr>
            <a:r>
              <a:rPr lang="en-US" sz="2000" err="1">
                <a:latin typeface="Kigelia Arabic"/>
                <a:cs typeface="Kigelia Arabic"/>
              </a:rPr>
              <a:t>vyvíjely</a:t>
            </a:r>
            <a:r>
              <a:rPr lang="en-US" sz="2000">
                <a:latin typeface="Kigelia Arabic"/>
                <a:cs typeface="Kigelia Arabic"/>
              </a:rPr>
              <a:t> se </a:t>
            </a:r>
            <a:r>
              <a:rPr lang="en-US" sz="2000" err="1">
                <a:latin typeface="Kigelia Arabic"/>
                <a:cs typeface="Kigelia Arabic"/>
              </a:rPr>
              <a:t>další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experimentální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sítě</a:t>
            </a:r>
            <a:endParaRPr lang="en-US" sz="2000">
              <a:latin typeface="Kigelia Arabic"/>
              <a:cs typeface="Kigelia Arabic"/>
            </a:endParaRPr>
          </a:p>
          <a:p>
            <a:pPr marL="568960" lvl="1">
              <a:buFont typeface="Courier New,monospace" panose="020B0604020202020204" pitchFamily="34" charset="0"/>
              <a:buChar char="o"/>
            </a:pPr>
            <a:r>
              <a:rPr lang="en-US" sz="2000">
                <a:latin typeface="Kigelia Arabic"/>
                <a:cs typeface="Kigelia Arabic"/>
              </a:rPr>
              <a:t>ALOHANET - </a:t>
            </a:r>
            <a:r>
              <a:rPr lang="en-US" sz="2000" err="1">
                <a:latin typeface="Kigelia Arabic"/>
                <a:cs typeface="Kigelia Arabic"/>
              </a:rPr>
              <a:t>jedna</a:t>
            </a:r>
            <a:r>
              <a:rPr lang="en-US" sz="2000">
                <a:latin typeface="Kigelia Arabic"/>
                <a:cs typeface="Kigelia Arabic"/>
              </a:rPr>
              <a:t> z </a:t>
            </a:r>
            <a:r>
              <a:rPr lang="en-US" sz="2000" err="1">
                <a:latin typeface="Kigelia Arabic"/>
                <a:cs typeface="Kigelia Arabic"/>
              </a:rPr>
              <a:t>prvních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bezdrátových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sítí</a:t>
            </a:r>
            <a:endParaRPr lang="en-US" sz="2000">
              <a:latin typeface="Kigelia Arabic"/>
              <a:cs typeface="Kigelia Arabic"/>
            </a:endParaRPr>
          </a:p>
          <a:p>
            <a:pPr marL="568960" lvl="1">
              <a:buFont typeface="Courier New,monospace" panose="020B0604020202020204" pitchFamily="34" charset="0"/>
              <a:buChar char="o"/>
            </a:pPr>
            <a:r>
              <a:rPr lang="en-US" sz="2000" err="1">
                <a:latin typeface="Kigelia Arabic"/>
                <a:cs typeface="Kigelia Arabic"/>
              </a:rPr>
              <a:t>vytvořen</a:t>
            </a:r>
            <a:r>
              <a:rPr lang="en-US" sz="2000">
                <a:latin typeface="Kigelia Arabic"/>
                <a:cs typeface="Kigelia Arabic"/>
              </a:rPr>
              <a:t> TCP/IP </a:t>
            </a:r>
            <a:r>
              <a:rPr lang="en-US" sz="2000" err="1">
                <a:latin typeface="Kigelia Arabic"/>
                <a:cs typeface="Kigelia Arabic"/>
              </a:rPr>
              <a:t>protokol</a:t>
            </a:r>
            <a:endParaRPr lang="en-US" sz="2000">
              <a:latin typeface="Kigelia Arabic"/>
              <a:cs typeface="Kigelia Arabi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>
                <a:latin typeface="Kigelia Arabic"/>
                <a:cs typeface="Kigelia Arabic"/>
              </a:rPr>
              <a:t>80. </a:t>
            </a:r>
            <a:r>
              <a:rPr lang="en-US" sz="2000" b="0" err="1">
                <a:latin typeface="Kigelia Arabic"/>
                <a:cs typeface="Kigelia Arabic"/>
              </a:rPr>
              <a:t>Léta</a:t>
            </a:r>
            <a:endParaRPr lang="en-US" sz="2000" b="0">
              <a:latin typeface="Kigelia Arabic"/>
              <a:cs typeface="Kigelia Arabic"/>
            </a:endParaRPr>
          </a:p>
          <a:p>
            <a:pPr marL="568960" lvl="1">
              <a:buFont typeface="Courier New" panose="020B0604020202020204" pitchFamily="34" charset="0"/>
              <a:buChar char="o"/>
            </a:pPr>
            <a:r>
              <a:rPr lang="en-US" sz="2000" err="1">
                <a:latin typeface="Kigelia Arabic"/>
                <a:cs typeface="Kigelia Arabic"/>
              </a:rPr>
              <a:t>první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komerční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počítačové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sítě</a:t>
            </a:r>
            <a:endParaRPr lang="en-US" sz="2000">
              <a:latin typeface="Kigelia Arabic"/>
              <a:cs typeface="Kigelia Arabic"/>
            </a:endParaRPr>
          </a:p>
          <a:p>
            <a:pPr marL="568960" lvl="1">
              <a:buFont typeface="Courier New" panose="020B0604020202020204" pitchFamily="34" charset="0"/>
              <a:buChar char="o"/>
            </a:pPr>
            <a:r>
              <a:rPr lang="en-US" sz="2000">
                <a:latin typeface="Kigelia Arabic"/>
                <a:cs typeface="Kigelia Arabic"/>
              </a:rPr>
              <a:t>standard Ethernet</a:t>
            </a:r>
          </a:p>
          <a:p>
            <a:pPr marL="568960" lvl="1">
              <a:buFont typeface="Courier New" panose="020B0604020202020204" pitchFamily="34" charset="0"/>
              <a:buChar char="o"/>
            </a:pPr>
            <a:r>
              <a:rPr lang="en-US" sz="2000" err="1">
                <a:latin typeface="Kigelia Arabic"/>
                <a:cs typeface="Kigelia Arabic"/>
              </a:rPr>
              <a:t>rozšíření</a:t>
            </a:r>
            <a:r>
              <a:rPr lang="en-US" sz="2000">
                <a:latin typeface="Kigelia Arabic"/>
                <a:cs typeface="Kigelia Arabic"/>
              </a:rPr>
              <a:t> z </a:t>
            </a:r>
            <a:r>
              <a:rPr lang="en-US" sz="2000" err="1">
                <a:latin typeface="Kigelia Arabic"/>
                <a:cs typeface="Kigelia Arabic"/>
              </a:rPr>
              <a:t>univerzit</a:t>
            </a:r>
            <a:r>
              <a:rPr lang="en-US" sz="2000">
                <a:latin typeface="Kigelia Arabic"/>
                <a:cs typeface="Kigelia Arabic"/>
              </a:rPr>
              <a:t> do </a:t>
            </a:r>
            <a:r>
              <a:rPr lang="en-US" sz="2000" err="1">
                <a:latin typeface="Kigelia Arabic"/>
                <a:cs typeface="Kigelia Arabic"/>
              </a:rPr>
              <a:t>firem</a:t>
            </a:r>
            <a:r>
              <a:rPr lang="en-US" sz="2000">
                <a:latin typeface="Kigelia Arabic"/>
                <a:cs typeface="Kigelia Arabic"/>
              </a:rPr>
              <a:t> a </a:t>
            </a:r>
            <a:r>
              <a:rPr lang="en-US" sz="2000" err="1">
                <a:latin typeface="Kigelia Arabic"/>
                <a:cs typeface="Kigelia Arabic"/>
              </a:rPr>
              <a:t>vládních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institucí</a:t>
            </a:r>
            <a:endParaRPr lang="en-US" sz="2000">
              <a:latin typeface="Kigelia Arabic"/>
              <a:cs typeface="Kigelia Arabic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48A71-B523-79DC-DD95-4F85C875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 descr="The Arpanet and Its Impact on the State of Networking">
            <a:extLst>
              <a:ext uri="{FF2B5EF4-FFF2-40B4-BE49-F238E27FC236}">
                <a16:creationId xmlns:a16="http://schemas.microsoft.com/office/drawing/2014/main" id="{F2BD490D-8EF3-327B-590B-8E1309B2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863572"/>
            <a:ext cx="4643120" cy="279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8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4BA9-F85F-B667-FF60-2E36518B2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086" y="574397"/>
            <a:ext cx="3434574" cy="702954"/>
          </a:xfrm>
        </p:spPr>
        <p:txBody>
          <a:bodyPr>
            <a:noAutofit/>
          </a:bodyPr>
          <a:lstStyle/>
          <a:p>
            <a:r>
              <a:rPr lang="en-US" sz="4900" b="1">
                <a:latin typeface="Bahnschrift"/>
                <a:ea typeface="+mj-lt"/>
                <a:cs typeface="+mj-lt"/>
              </a:rPr>
              <a:t>Ethernet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5FF88-5B74-2E5F-EA66-87984D3BA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085" y="1438087"/>
            <a:ext cx="6826404" cy="45055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50" err="1">
                <a:latin typeface="Kigelia Arabic"/>
                <a:cs typeface="Kigelia Arabic"/>
              </a:rPr>
              <a:t>technologie</a:t>
            </a:r>
            <a:r>
              <a:rPr lang="en-US" sz="2400" spc="50">
                <a:latin typeface="Kigelia Arabic"/>
                <a:cs typeface="Kigelia Arabic"/>
              </a:rPr>
              <a:t> pro </a:t>
            </a:r>
            <a:r>
              <a:rPr lang="en-US" sz="2400" spc="50" err="1">
                <a:latin typeface="Kigelia Arabic"/>
                <a:cs typeface="Kigelia Arabic"/>
              </a:rPr>
              <a:t>přenos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dat</a:t>
            </a:r>
            <a:endParaRPr lang="en-US" sz="2400" spc="50">
              <a:latin typeface="Kigelia Arabic"/>
              <a:cs typeface="Kigelia Arabic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50" err="1">
                <a:latin typeface="Kigelia Arabic"/>
                <a:cs typeface="Kigelia Arabic"/>
              </a:rPr>
              <a:t>používá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hvězdicovou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topologii</a:t>
            </a:r>
            <a:r>
              <a:rPr lang="en-US" sz="2400" spc="50">
                <a:latin typeface="Kigelia Arabic"/>
                <a:cs typeface="Kigelia Arabic"/>
              </a:rPr>
              <a:t>, </a:t>
            </a:r>
            <a:r>
              <a:rPr lang="en-US" sz="2400" spc="50" err="1">
                <a:latin typeface="Kigelia Arabic"/>
                <a:cs typeface="Kigelia Arabic"/>
              </a:rPr>
              <a:t>všechna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zařízení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připojena</a:t>
            </a:r>
            <a:r>
              <a:rPr lang="en-US" sz="2400" spc="50">
                <a:latin typeface="Kigelia Arabic"/>
                <a:cs typeface="Kigelia Arabic"/>
              </a:rPr>
              <a:t> k </a:t>
            </a:r>
            <a:r>
              <a:rPr lang="en-US" sz="2400" spc="50" err="1">
                <a:latin typeface="Kigelia Arabic"/>
                <a:cs typeface="Kigelia Arabic"/>
              </a:rPr>
              <a:t>centrálnímu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přepínači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nebo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hubu</a:t>
            </a:r>
            <a:endParaRPr lang="en-US" sz="2400" spc="50">
              <a:latin typeface="Kigelia Arabic"/>
              <a:cs typeface="Kigelia Arabic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50">
                <a:latin typeface="Kigelia Arabic"/>
                <a:cs typeface="Kigelia Arabic"/>
              </a:rPr>
              <a:t>Data </a:t>
            </a:r>
            <a:r>
              <a:rPr lang="en-US" sz="2400" spc="50" err="1">
                <a:latin typeface="Kigelia Arabic"/>
                <a:cs typeface="Kigelia Arabic"/>
              </a:rPr>
              <a:t>jsou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posílána</a:t>
            </a:r>
            <a:r>
              <a:rPr lang="en-US" sz="2400" spc="50">
                <a:latin typeface="Kigelia Arabic"/>
                <a:cs typeface="Kigelia Arabic"/>
              </a:rPr>
              <a:t> v </a:t>
            </a:r>
            <a:r>
              <a:rPr lang="en-US" sz="2400" spc="50" err="1">
                <a:latin typeface="Kigelia Arabic"/>
                <a:cs typeface="Kigelia Arabic"/>
              </a:rPr>
              <a:t>rámcích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50" err="1">
                <a:latin typeface="Kigelia Arabic"/>
                <a:cs typeface="Kigelia Arabic"/>
              </a:rPr>
              <a:t>Rámce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obsahují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cílovou</a:t>
            </a:r>
            <a:r>
              <a:rPr lang="en-US" sz="2400" spc="50">
                <a:latin typeface="Kigelia Arabic"/>
                <a:cs typeface="Kigelia Arabic"/>
              </a:rPr>
              <a:t> a </a:t>
            </a:r>
            <a:r>
              <a:rPr lang="en-US" sz="2400" spc="50" err="1">
                <a:latin typeface="Kigelia Arabic"/>
                <a:cs typeface="Kigelia Arabic"/>
              </a:rPr>
              <a:t>zdrojovou</a:t>
            </a:r>
            <a:r>
              <a:rPr lang="en-US" sz="2400" spc="50">
                <a:latin typeface="Kigelia Arabic"/>
                <a:cs typeface="Kigelia Arabic"/>
              </a:rPr>
              <a:t> MAC </a:t>
            </a:r>
            <a:r>
              <a:rPr lang="en-US" sz="2400" spc="50" err="1">
                <a:latin typeface="Kigelia Arabic"/>
                <a:cs typeface="Kigelia Arabic"/>
              </a:rPr>
              <a:t>adresu</a:t>
            </a:r>
            <a:r>
              <a:rPr lang="en-US" sz="2400" spc="50">
                <a:latin typeface="Kigelia Arabic"/>
                <a:cs typeface="Kigelia Arabic"/>
              </a:rPr>
              <a:t>, </a:t>
            </a:r>
            <a:r>
              <a:rPr lang="en-US" sz="2400" spc="50" err="1">
                <a:latin typeface="Kigelia Arabic"/>
                <a:cs typeface="Kigelia Arabic"/>
              </a:rPr>
              <a:t>kontrolní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součet</a:t>
            </a:r>
            <a:r>
              <a:rPr lang="en-US" sz="2400" spc="50">
                <a:latin typeface="Kigelia Arabic"/>
                <a:cs typeface="Kigelia Arabic"/>
              </a:rPr>
              <a:t> pro </a:t>
            </a:r>
            <a:r>
              <a:rPr lang="en-US" sz="2400" spc="50" err="1">
                <a:latin typeface="Kigelia Arabic"/>
                <a:cs typeface="Kigelia Arabic"/>
              </a:rPr>
              <a:t>detekci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chyb</a:t>
            </a:r>
            <a:r>
              <a:rPr lang="en-US" sz="2400" spc="50">
                <a:latin typeface="Kigelia Arabic"/>
                <a:cs typeface="Kigelia Arabic"/>
              </a:rPr>
              <a:t> a </a:t>
            </a:r>
            <a:r>
              <a:rPr lang="en-US" sz="2400" spc="50" err="1">
                <a:latin typeface="Kigelia Arabic"/>
                <a:cs typeface="Kigelia Arabic"/>
              </a:rPr>
              <a:t>vlastní</a:t>
            </a:r>
            <a:r>
              <a:rPr lang="en-US" sz="2400" spc="50">
                <a:latin typeface="Kigelia Arabic"/>
                <a:cs typeface="Kigelia Arabic"/>
              </a:rPr>
              <a:t> data</a:t>
            </a:r>
            <a:endParaRPr lang="en-US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50" err="1">
                <a:latin typeface="Kigelia Arabic"/>
                <a:cs typeface="Kigelia Arabic"/>
              </a:rPr>
              <a:t>Každé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zařízení</a:t>
            </a:r>
            <a:r>
              <a:rPr lang="en-US" sz="2400" spc="50">
                <a:latin typeface="Kigelia Arabic"/>
                <a:cs typeface="Kigelia Arabic"/>
              </a:rPr>
              <a:t> v </a:t>
            </a:r>
            <a:r>
              <a:rPr lang="en-US" sz="2400" spc="50" err="1">
                <a:latin typeface="Kigelia Arabic"/>
                <a:cs typeface="Kigelia Arabic"/>
              </a:rPr>
              <a:t>síti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má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400" spc="50">
                <a:latin typeface="Kigelia Arabic"/>
                <a:cs typeface="Kigelia Arabic"/>
              </a:rPr>
              <a:t> </a:t>
            </a:r>
            <a:r>
              <a:rPr lang="en-US" sz="2400" spc="50" err="1">
                <a:latin typeface="Kigelia Arabic"/>
                <a:cs typeface="Kigelia Arabic"/>
              </a:rPr>
              <a:t>jedinečnou</a:t>
            </a:r>
            <a:r>
              <a:rPr lang="en-US" sz="2400" spc="50">
                <a:latin typeface="Kigelia Arabic"/>
                <a:cs typeface="Kigelia Arabic"/>
              </a:rPr>
              <a:t> MAC </a:t>
            </a:r>
            <a:r>
              <a:rPr lang="en-US" sz="2400" spc="50" err="1">
                <a:latin typeface="Kigelia Arabic"/>
                <a:cs typeface="Kigelia Arabic"/>
              </a:rPr>
              <a:t>adresu</a:t>
            </a:r>
            <a:r>
              <a:rPr lang="en-US" sz="2400" spc="50">
                <a:latin typeface="Kigelia Arabic"/>
                <a:cs typeface="Kigelia Arabic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US" sz="2400" spc="50">
                <a:latin typeface="Kigelia Arabic"/>
                <a:cs typeface="Kigelia Arabic"/>
              </a:rPr>
              <a:t> </a:t>
            </a:r>
            <a:r>
              <a:rPr lang="en-US" sz="2400" spc="50" err="1">
                <a:latin typeface="Kigelia Arabic"/>
                <a:cs typeface="Kigelia Arabic"/>
              </a:rPr>
              <a:t>což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umožňuje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správnou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400" spc="50">
                <a:latin typeface="Kigelia Arabic"/>
                <a:cs typeface="Kigelia Arabic"/>
              </a:rPr>
              <a:t> </a:t>
            </a:r>
            <a:r>
              <a:rPr lang="en-US" sz="2400" spc="50" err="1">
                <a:latin typeface="Kigelia Arabic"/>
                <a:cs typeface="Kigelia Arabic"/>
              </a:rPr>
              <a:t>identifikaci</a:t>
            </a:r>
            <a:r>
              <a:rPr lang="en-US" sz="2400" spc="50">
                <a:latin typeface="Kigelia Arabic"/>
                <a:cs typeface="Kigelia Arabic"/>
              </a:rPr>
              <a:t> a </a:t>
            </a:r>
            <a:r>
              <a:rPr lang="en-US" sz="2400" spc="50" err="1">
                <a:latin typeface="Kigelia Arabic"/>
                <a:cs typeface="Kigelia Arabic"/>
              </a:rPr>
              <a:t>směrování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400" spc="50">
                <a:latin typeface="Kigelia Arabic"/>
                <a:cs typeface="Kigelia Arabic"/>
              </a:rPr>
              <a:t> </a:t>
            </a:r>
            <a:r>
              <a:rPr lang="en-US" sz="2400" spc="50" err="1">
                <a:latin typeface="Kigelia Arabic"/>
                <a:cs typeface="Kigelia Arabic"/>
              </a:rPr>
              <a:t>dat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mezi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zařízeními</a:t>
            </a:r>
            <a:endParaRPr lang="en-US" sz="2400" spc="50">
              <a:latin typeface="Kigelia Arabic"/>
              <a:cs typeface="Kigelia Arabic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50" err="1">
                <a:latin typeface="Kigelia Arabic"/>
                <a:cs typeface="Kigelia Arabic"/>
              </a:rPr>
              <a:t>Využívá</a:t>
            </a:r>
            <a:r>
              <a:rPr lang="en-US" sz="2400" spc="50">
                <a:latin typeface="Kigelia Arabic"/>
                <a:cs typeface="Kigelia Arabic"/>
              </a:rPr>
              <a:t> </a:t>
            </a:r>
            <a:r>
              <a:rPr lang="en-US" sz="2400" spc="50" err="1">
                <a:latin typeface="Kigelia Arabic"/>
                <a:cs typeface="Kigelia Arabic"/>
              </a:rPr>
              <a:t>metody</a:t>
            </a:r>
            <a:r>
              <a:rPr lang="en-US" sz="2400" spc="50">
                <a:latin typeface="Kigelia Arabic"/>
                <a:cs typeface="Kigelia Arabic"/>
              </a:rPr>
              <a:t> CSMA/CD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E09BB-91E1-FC63-67FD-3CF8B99B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CSMA/CD schéma">
            <a:extLst>
              <a:ext uri="{FF2B5EF4-FFF2-40B4-BE49-F238E27FC236}">
                <a16:creationId xmlns:a16="http://schemas.microsoft.com/office/drawing/2014/main" id="{7B03F7F2-D97C-77C9-7F76-7B4FE516C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668" y="3506128"/>
            <a:ext cx="5465955" cy="320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3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CC2F-34E7-2003-311D-F055DF8D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510054"/>
            <a:ext cx="5884027" cy="1204912"/>
          </a:xfrm>
        </p:spPr>
        <p:txBody>
          <a:bodyPr/>
          <a:lstStyle/>
          <a:p>
            <a:r>
              <a:rPr lang="en-US" sz="4000" b="1" err="1">
                <a:latin typeface="Bahnschrift"/>
                <a:ea typeface="+mj-lt"/>
                <a:cs typeface="+mj-lt"/>
              </a:rPr>
              <a:t>Historie</a:t>
            </a:r>
            <a:r>
              <a:rPr lang="en-US" sz="4000" b="1">
                <a:latin typeface="Bahnschrift"/>
                <a:ea typeface="+mj-lt"/>
                <a:cs typeface="+mj-lt"/>
              </a:rPr>
              <a:t> : </a:t>
            </a:r>
            <a:r>
              <a:rPr lang="en-US" sz="4000" b="1" err="1">
                <a:latin typeface="Bahnschrift"/>
                <a:ea typeface="+mj-lt"/>
                <a:cs typeface="+mj-lt"/>
              </a:rPr>
              <a:t>Rozvoj</a:t>
            </a:r>
            <a:endParaRPr lang="en-US" sz="4000" b="1">
              <a:latin typeface="Bahnschrift"/>
              <a:ea typeface="+mj-lt"/>
              <a:cs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D3B19-9052-FA40-BD82-23EC185B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348B95-8FC4-74C8-C46F-AFDCFA8B17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81603" y="1997384"/>
            <a:ext cx="5879298" cy="4200216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568960" lvl="1">
              <a:buFont typeface="Courier New,monospace" panose="020B0604020202020204" pitchFamily="34" charset="0"/>
              <a:buChar char="o"/>
            </a:pPr>
            <a:r>
              <a:rPr lang="en-US" sz="2000">
                <a:latin typeface="Kigelia Arabic"/>
                <a:cs typeface="Kigelia Arabic"/>
              </a:rPr>
              <a:t>90. </a:t>
            </a:r>
            <a:r>
              <a:rPr lang="en-US" sz="2000" err="1">
                <a:latin typeface="Kigelia Arabic"/>
                <a:cs typeface="Kigelia Arabic"/>
              </a:rPr>
              <a:t>Léta</a:t>
            </a:r>
          </a:p>
          <a:p>
            <a:pPr marL="852170" lvl="2">
              <a:buFont typeface="Wingdings" panose="020B0604020202020204" pitchFamily="34" charset="0"/>
              <a:buChar char="§"/>
            </a:pPr>
            <a:r>
              <a:rPr lang="en-US" sz="2000" err="1">
                <a:latin typeface="Kigelia Arabic"/>
                <a:cs typeface="Kigelia Arabic"/>
              </a:rPr>
              <a:t>Zavedení</a:t>
            </a:r>
            <a:r>
              <a:rPr lang="en-US" sz="2000">
                <a:latin typeface="Kigelia Arabic"/>
                <a:cs typeface="Kigelia Arabic"/>
              </a:rPr>
              <a:t> World Wide Web</a:t>
            </a:r>
          </a:p>
          <a:p>
            <a:pPr marL="852170" lvl="2">
              <a:buFont typeface="Wingdings" panose="020B0604020202020204" pitchFamily="34" charset="0"/>
              <a:buChar char="§"/>
            </a:pPr>
            <a:r>
              <a:rPr lang="en-US" sz="2000" err="1">
                <a:latin typeface="Kigelia Arabic"/>
                <a:cs typeface="Kigelia Arabic"/>
              </a:rPr>
              <a:t>rychlý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rozmach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internetu</a:t>
            </a:r>
          </a:p>
          <a:p>
            <a:pPr marL="852170" lvl="2">
              <a:buFont typeface="Wingdings" panose="020B0604020202020204" pitchFamily="34" charset="0"/>
              <a:buChar char="§"/>
            </a:pPr>
            <a:r>
              <a:rPr lang="en-US" sz="2000" err="1">
                <a:latin typeface="Kigelia Arabic"/>
                <a:cs typeface="Kigelia Arabic"/>
              </a:rPr>
              <a:t>přístup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začínají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mít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běžné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domácnosti</a:t>
            </a:r>
            <a:endParaRPr lang="en-US" sz="2000">
              <a:latin typeface="Kigelia Arabic"/>
              <a:cs typeface="Kigelia Arabic"/>
            </a:endParaRPr>
          </a:p>
          <a:p>
            <a:pPr marL="852170" lvl="2">
              <a:buFont typeface="Wingdings" panose="020B0604020202020204" pitchFamily="34" charset="0"/>
              <a:buChar char="§"/>
            </a:pPr>
            <a:r>
              <a:rPr lang="en-US" sz="2000" err="1">
                <a:latin typeface="Kigelia Arabic"/>
                <a:cs typeface="Kigelia Arabic"/>
              </a:rPr>
              <a:t>Počátky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Wifi</a:t>
            </a:r>
            <a:endParaRPr lang="en-US" sz="2000">
              <a:latin typeface="Kigelia Arabic"/>
              <a:cs typeface="Kigelia Arabic"/>
            </a:endParaRPr>
          </a:p>
          <a:p>
            <a:pPr marL="568960" lvl="1">
              <a:buFont typeface="Courier New,monospace" panose="020B0604020202020204" pitchFamily="34" charset="0"/>
              <a:buChar char="o"/>
            </a:pPr>
            <a:r>
              <a:rPr lang="en-US" sz="2000">
                <a:latin typeface="Kigelia Arabic"/>
                <a:cs typeface="Kigelia Arabic"/>
              </a:rPr>
              <a:t>Po </a:t>
            </a:r>
            <a:r>
              <a:rPr lang="en-US" sz="2000" err="1">
                <a:latin typeface="Kigelia Arabic"/>
                <a:cs typeface="Kigelia Arabic"/>
              </a:rPr>
              <a:t>roce</a:t>
            </a:r>
            <a:r>
              <a:rPr lang="en-US" sz="2000">
                <a:latin typeface="Kigelia Arabic"/>
                <a:cs typeface="Kigelia Arabic"/>
              </a:rPr>
              <a:t> 2000</a:t>
            </a:r>
          </a:p>
          <a:p>
            <a:pPr marL="852170" lvl="2">
              <a:buFont typeface="Wingdings" panose="020B0604020202020204" pitchFamily="34" charset="0"/>
              <a:buChar char="§"/>
            </a:pPr>
            <a:r>
              <a:rPr lang="en-US" sz="2000" err="1">
                <a:latin typeface="Kigelia Arabic"/>
                <a:cs typeface="Kigelia Arabic"/>
              </a:rPr>
              <a:t>globální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fenomén</a:t>
            </a:r>
          </a:p>
          <a:p>
            <a:pPr marL="852170" lvl="2">
              <a:buFont typeface="Wingdings" panose="020B0604020202020204" pitchFamily="34" charset="0"/>
              <a:buChar char="§"/>
            </a:pPr>
            <a:r>
              <a:rPr lang="en-US" sz="2000" err="1">
                <a:latin typeface="Kigelia Arabic"/>
                <a:cs typeface="Kigelia Arabic"/>
              </a:rPr>
              <a:t>sítě</a:t>
            </a:r>
            <a:r>
              <a:rPr lang="en-US" sz="2000">
                <a:latin typeface="Kigelia Arabic"/>
                <a:cs typeface="Kigelia Arabic"/>
              </a:rPr>
              <a:t> 4G a 5G </a:t>
            </a:r>
            <a:r>
              <a:rPr lang="en-US" sz="2000" err="1">
                <a:latin typeface="Kigelia Arabic"/>
                <a:cs typeface="Kigelia Arabic"/>
              </a:rPr>
              <a:t>umožňují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rychlé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připojení</a:t>
            </a:r>
            <a:r>
              <a:rPr lang="en-US" sz="2000">
                <a:latin typeface="Kigelia Arabic"/>
                <a:cs typeface="Kigelia Arabic"/>
              </a:rPr>
              <a:t> k </a:t>
            </a:r>
            <a:r>
              <a:rPr lang="en-US" sz="2000" err="1">
                <a:latin typeface="Kigelia Arabic"/>
                <a:cs typeface="Kigelia Arabic"/>
              </a:rPr>
              <a:t>internetu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odkudkoliv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skrze</a:t>
            </a:r>
            <a:r>
              <a:rPr lang="en-US" sz="2000">
                <a:latin typeface="Kigelia Arabic"/>
                <a:cs typeface="Kigelia Arabic"/>
              </a:rPr>
              <a:t> </a:t>
            </a:r>
            <a:r>
              <a:rPr lang="en-US" sz="2000" err="1">
                <a:latin typeface="Kigelia Arabic"/>
                <a:cs typeface="Kigelia Arabic"/>
              </a:rPr>
              <a:t>mobil</a:t>
            </a:r>
          </a:p>
          <a:p>
            <a:pPr marL="568960"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6" name="Picture 5" descr="The Difference Between Internet And World Wide Web — And Why It Matters? -  GShift Labs">
            <a:extLst>
              <a:ext uri="{FF2B5EF4-FFF2-40B4-BE49-F238E27FC236}">
                <a16:creationId xmlns:a16="http://schemas.microsoft.com/office/drawing/2014/main" id="{E530513F-513E-7035-CFC5-38E178E88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10" y="1925560"/>
            <a:ext cx="4951838" cy="325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29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5043170" cy="1524735"/>
          </a:xfrm>
        </p:spPr>
        <p:txBody>
          <a:bodyPr/>
          <a:lstStyle/>
          <a:p>
            <a:r>
              <a:rPr lang="en-US"/>
              <a:t>DÍKY ZA POZORNOST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Marek Samel</a:t>
            </a:r>
          </a:p>
          <a:p>
            <a:r>
              <a:rPr lang="en-US"/>
              <a:t>SŠPU </a:t>
            </a:r>
            <a:r>
              <a:rPr lang="en-US" err="1"/>
              <a:t>Opava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Custom</vt:lpstr>
      <vt:lpstr>Komunikační sítě</vt:lpstr>
      <vt:lpstr>PowerPoint Presentation</vt:lpstr>
      <vt:lpstr>PowerPoint Presentation</vt:lpstr>
      <vt:lpstr>komunikační síťe</vt:lpstr>
      <vt:lpstr>prvky komunikační sítě</vt:lpstr>
      <vt:lpstr>Dělení sítí</vt:lpstr>
      <vt:lpstr>Sítě podle druhu Přenosu dat</vt:lpstr>
      <vt:lpstr>Sítě podle druhu Vlastnictví</vt:lpstr>
      <vt:lpstr>Podle fyzické rozlehlosti</vt:lpstr>
      <vt:lpstr>Podle organizační rozlehlosti</vt:lpstr>
      <vt:lpstr>Hisotrie : počátky</vt:lpstr>
      <vt:lpstr>Ethernet</vt:lpstr>
      <vt:lpstr>Historie : Rozvoj</vt:lpstr>
      <vt:lpstr>DÍKY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2024-10-14T16:49:35Z</dcterms:created>
  <dcterms:modified xsi:type="dcterms:W3CDTF">2024-11-26T07:52:25Z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