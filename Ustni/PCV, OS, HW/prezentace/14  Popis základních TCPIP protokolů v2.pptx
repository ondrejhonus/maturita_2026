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5" r:id="rId9"/>
    <p:sldId id="263" r:id="rId10"/>
    <p:sldId id="264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BD8BD-9A66-46AB-3949-84356C5BDD5D}" v="10" dt="2024-12-10T07:40:24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ří Rojek" userId="S::it2120@sspu-opava.cz::d17efeb8-7802-43bf-ba97-fd5fddabc2dd" providerId="AD" clId="Web-{EB041BA8-BEAC-4ED0-22E4-FA882C4BB631}"/>
    <pc:docChg chg="addSld modSld">
      <pc:chgData name="Jiří Rojek" userId="S::it2120@sspu-opava.cz::d17efeb8-7802-43bf-ba97-fd5fddabc2dd" providerId="AD" clId="Web-{EB041BA8-BEAC-4ED0-22E4-FA882C4BB631}" dt="2024-10-12T17:36:27.874" v="81" actId="20577"/>
      <pc:docMkLst>
        <pc:docMk/>
      </pc:docMkLst>
      <pc:sldChg chg="delSp modSp">
        <pc:chgData name="Jiří Rojek" userId="S::it2120@sspu-opava.cz::d17efeb8-7802-43bf-ba97-fd5fddabc2dd" providerId="AD" clId="Web-{EB041BA8-BEAC-4ED0-22E4-FA882C4BB631}" dt="2024-10-12T17:17:19.747" v="35" actId="14100"/>
        <pc:sldMkLst>
          <pc:docMk/>
          <pc:sldMk cId="3799523001" sldId="256"/>
        </pc:sldMkLst>
        <pc:spChg chg="mod">
          <ac:chgData name="Jiří Rojek" userId="S::it2120@sspu-opava.cz::d17efeb8-7802-43bf-ba97-fd5fddabc2dd" providerId="AD" clId="Web-{EB041BA8-BEAC-4ED0-22E4-FA882C4BB631}" dt="2024-10-12T17:17:19.747" v="35" actId="14100"/>
          <ac:spMkLst>
            <pc:docMk/>
            <pc:sldMk cId="3799523001" sldId="256"/>
            <ac:spMk id="2" creationId="{00000000-0000-0000-0000-000000000000}"/>
          </ac:spMkLst>
        </pc:spChg>
        <pc:spChg chg="del">
          <ac:chgData name="Jiří Rojek" userId="S::it2120@sspu-opava.cz::d17efeb8-7802-43bf-ba97-fd5fddabc2dd" providerId="AD" clId="Web-{EB041BA8-BEAC-4ED0-22E4-FA882C4BB631}" dt="2024-10-12T17:00:22.470" v="0"/>
          <ac:spMkLst>
            <pc:docMk/>
            <pc:sldMk cId="3799523001" sldId="256"/>
            <ac:spMk id="3" creationId="{00000000-0000-0000-0000-000000000000}"/>
          </ac:spMkLst>
        </pc:spChg>
      </pc:sldChg>
      <pc:sldChg chg="addSp delSp modSp new">
        <pc:chgData name="Jiří Rojek" userId="S::it2120@sspu-opava.cz::d17efeb8-7802-43bf-ba97-fd5fddabc2dd" providerId="AD" clId="Web-{EB041BA8-BEAC-4ED0-22E4-FA882C4BB631}" dt="2024-10-12T17:36:27.874" v="81" actId="20577"/>
        <pc:sldMkLst>
          <pc:docMk/>
          <pc:sldMk cId="4038564773" sldId="257"/>
        </pc:sldMkLst>
        <pc:spChg chg="mod">
          <ac:chgData name="Jiří Rojek" userId="S::it2120@sspu-opava.cz::d17efeb8-7802-43bf-ba97-fd5fddabc2dd" providerId="AD" clId="Web-{EB041BA8-BEAC-4ED0-22E4-FA882C4BB631}" dt="2024-10-12T17:35:44.467" v="79" actId="20577"/>
          <ac:spMkLst>
            <pc:docMk/>
            <pc:sldMk cId="4038564773" sldId="257"/>
            <ac:spMk id="2" creationId="{5915B8F6-0363-72D6-64CE-6D590D8EDA1B}"/>
          </ac:spMkLst>
        </pc:spChg>
        <pc:spChg chg="mod">
          <ac:chgData name="Jiří Rojek" userId="S::it2120@sspu-opava.cz::d17efeb8-7802-43bf-ba97-fd5fddabc2dd" providerId="AD" clId="Web-{EB041BA8-BEAC-4ED0-22E4-FA882C4BB631}" dt="2024-10-12T17:32:29.493" v="59" actId="20577"/>
          <ac:spMkLst>
            <pc:docMk/>
            <pc:sldMk cId="4038564773" sldId="257"/>
            <ac:spMk id="3" creationId="{100825D9-0BC6-0539-1714-2DE516D15FF1}"/>
          </ac:spMkLst>
        </pc:spChg>
        <pc:spChg chg="add mod">
          <ac:chgData name="Jiří Rojek" userId="S::it2120@sspu-opava.cz::d17efeb8-7802-43bf-ba97-fd5fddabc2dd" providerId="AD" clId="Web-{EB041BA8-BEAC-4ED0-22E4-FA882C4BB631}" dt="2024-10-12T17:36:27.874" v="81" actId="20577"/>
          <ac:spMkLst>
            <pc:docMk/>
            <pc:sldMk cId="4038564773" sldId="257"/>
            <ac:spMk id="5" creationId="{D30EA340-23E2-2C87-507F-924BBD812B10}"/>
          </ac:spMkLst>
        </pc:spChg>
        <pc:picChg chg="del">
          <ac:chgData name="Jiří Rojek" userId="S::it2120@sspu-opava.cz::d17efeb8-7802-43bf-ba97-fd5fddabc2dd" providerId="AD" clId="Web-{EB041BA8-BEAC-4ED0-22E4-FA882C4BB631}" dt="2024-10-12T17:32:33.149" v="61"/>
          <ac:picMkLst>
            <pc:docMk/>
            <pc:sldMk cId="4038564773" sldId="257"/>
            <ac:picMk id="4" creationId="{FA79ABCE-9C7E-8CC1-8824-C6929C351536}"/>
          </ac:picMkLst>
        </pc:picChg>
      </pc:sldChg>
    </pc:docChg>
  </pc:docChgLst>
  <pc:docChgLst>
    <pc:chgData name="Radek Mikeš" userId="S::mikes@sspu-opava.cz::a667a1d3-10e5-4e7b-9384-c1c8d7cdeb33" providerId="AD" clId="Web-{865BD8BD-9A66-46AB-3949-84356C5BDD5D}"/>
    <pc:docChg chg="modSld">
      <pc:chgData name="Radek Mikeš" userId="S::mikes@sspu-opava.cz::a667a1d3-10e5-4e7b-9384-c1c8d7cdeb33" providerId="AD" clId="Web-{865BD8BD-9A66-46AB-3949-84356C5BDD5D}" dt="2024-12-10T07:40:21.054" v="8" actId="20577"/>
      <pc:docMkLst>
        <pc:docMk/>
      </pc:docMkLst>
      <pc:sldChg chg="modSp">
        <pc:chgData name="Radek Mikeš" userId="S::mikes@sspu-opava.cz::a667a1d3-10e5-4e7b-9384-c1c8d7cdeb33" providerId="AD" clId="Web-{865BD8BD-9A66-46AB-3949-84356C5BDD5D}" dt="2024-12-10T07:40:21.054" v="8" actId="20577"/>
        <pc:sldMkLst>
          <pc:docMk/>
          <pc:sldMk cId="2494386021" sldId="258"/>
        </pc:sldMkLst>
        <pc:spChg chg="mod">
          <ac:chgData name="Radek Mikeš" userId="S::mikes@sspu-opava.cz::a667a1d3-10e5-4e7b-9384-c1c8d7cdeb33" providerId="AD" clId="Web-{865BD8BD-9A66-46AB-3949-84356C5BDD5D}" dt="2024-12-10T07:40:21.054" v="8" actId="20577"/>
          <ac:spMkLst>
            <pc:docMk/>
            <pc:sldMk cId="2494386021" sldId="258"/>
            <ac:spMk id="5" creationId="{9FD249FE-241E-7D73-C44F-0B85D9168A11}"/>
          </ac:spMkLst>
        </pc:spChg>
      </pc:sldChg>
    </pc:docChg>
  </pc:docChgLst>
  <pc:docChgLst>
    <pc:chgData name="Jiří Rojek" userId="S::it2120@sspu-opava.cz::d17efeb8-7802-43bf-ba97-fd5fddabc2dd" providerId="AD" clId="Web-{27AFEB00-7454-0297-CEE4-24150BB2A117}"/>
    <pc:docChg chg="addSld modSld">
      <pc:chgData name="Jiří Rojek" userId="S::it2120@sspu-opava.cz::d17efeb8-7802-43bf-ba97-fd5fddabc2dd" providerId="AD" clId="Web-{27AFEB00-7454-0297-CEE4-24150BB2A117}" dt="2024-10-12T19:17:14.440" v="491" actId="20577"/>
      <pc:docMkLst>
        <pc:docMk/>
      </pc:docMkLst>
      <pc:sldChg chg="addSp modSp mod setBg">
        <pc:chgData name="Jiří Rojek" userId="S::it2120@sspu-opava.cz::d17efeb8-7802-43bf-ba97-fd5fddabc2dd" providerId="AD" clId="Web-{27AFEB00-7454-0297-CEE4-24150BB2A117}" dt="2024-10-12T19:17:14.440" v="491" actId="20577"/>
        <pc:sldMkLst>
          <pc:docMk/>
          <pc:sldMk cId="3799523001" sldId="256"/>
        </pc:sldMkLst>
        <pc:spChg chg="mo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2" creationId="{00000000-0000-0000-0000-000000000000}"/>
          </ac:spMkLst>
        </pc:spChg>
        <pc:spChg chg="add mod">
          <ac:chgData name="Jiří Rojek" userId="S::it2120@sspu-opava.cz::d17efeb8-7802-43bf-ba97-fd5fddabc2dd" providerId="AD" clId="Web-{27AFEB00-7454-0297-CEE4-24150BB2A117}" dt="2024-10-12T19:17:14.440" v="491" actId="20577"/>
          <ac:spMkLst>
            <pc:docMk/>
            <pc:sldMk cId="3799523001" sldId="256"/>
            <ac:spMk id="3" creationId="{C52360A5-A511-645B-4804-A0FCF9AE46F2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8" creationId="{1A3C89F8-0D2F-47FF-B903-151248265F47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10" creationId="{C5CB530E-515E-412C-9DF1-5F8FFBD6F383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12" creationId="{712D4376-A578-4FF1-94FC-245E7A6A489F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14" creationId="{AEA7509D-F04F-40CB-A0B3-EEF16499CC9F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18" creationId="{508BEF50-7B1E-49A4-BC19-5F4F1D755E64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20" creationId="{3FBAD350-5664-4811-A208-657FB882D350}"/>
          </ac:spMkLst>
        </pc:spChg>
        <pc:spChg chg="add">
          <ac:chgData name="Jiří Rojek" userId="S::it2120@sspu-opava.cz::d17efeb8-7802-43bf-ba97-fd5fddabc2dd" providerId="AD" clId="Web-{27AFEB00-7454-0297-CEE4-24150BB2A117}" dt="2024-10-12T18:55:29.116" v="283"/>
          <ac:spMkLst>
            <pc:docMk/>
            <pc:sldMk cId="3799523001" sldId="256"/>
            <ac:spMk id="22" creationId="{C39ADB8F-D187-49D7-BDCF-C1B6DC727068}"/>
          </ac:spMkLst>
        </pc:spChg>
        <pc:cxnChg chg="add">
          <ac:chgData name="Jiří Rojek" userId="S::it2120@sspu-opava.cz::d17efeb8-7802-43bf-ba97-fd5fddabc2dd" providerId="AD" clId="Web-{27AFEB00-7454-0297-CEE4-24150BB2A117}" dt="2024-10-12T18:55:29.116" v="283"/>
          <ac:cxnSpMkLst>
            <pc:docMk/>
            <pc:sldMk cId="3799523001" sldId="256"/>
            <ac:cxnSpMk id="16" creationId="{56020367-4FD5-4596-8E10-C5F095CD8DBF}"/>
          </ac:cxnSpMkLst>
        </pc:cxnChg>
      </pc:sldChg>
      <pc:sldChg chg="addSp delSp modSp">
        <pc:chgData name="Jiří Rojek" userId="S::it2120@sspu-opava.cz::d17efeb8-7802-43bf-ba97-fd5fddabc2dd" providerId="AD" clId="Web-{27AFEB00-7454-0297-CEE4-24150BB2A117}" dt="2024-10-12T19:15:19.310" v="469" actId="20577"/>
        <pc:sldMkLst>
          <pc:docMk/>
          <pc:sldMk cId="4038564773" sldId="257"/>
        </pc:sldMkLst>
        <pc:spChg chg="mod">
          <ac:chgData name="Jiří Rojek" userId="S::it2120@sspu-opava.cz::d17efeb8-7802-43bf-ba97-fd5fddabc2dd" providerId="AD" clId="Web-{27AFEB00-7454-0297-CEE4-24150BB2A117}" dt="2024-10-12T19:15:19.310" v="469" actId="20577"/>
          <ac:spMkLst>
            <pc:docMk/>
            <pc:sldMk cId="4038564773" sldId="257"/>
            <ac:spMk id="5" creationId="{D30EA340-23E2-2C87-507F-924BBD812B10}"/>
          </ac:spMkLst>
        </pc:spChg>
        <pc:picChg chg="del">
          <ac:chgData name="Jiří Rojek" userId="S::it2120@sspu-opava.cz::d17efeb8-7802-43bf-ba97-fd5fddabc2dd" providerId="AD" clId="Web-{27AFEB00-7454-0297-CEE4-24150BB2A117}" dt="2024-10-12T18:56:58.088" v="302"/>
          <ac:picMkLst>
            <pc:docMk/>
            <pc:sldMk cId="4038564773" sldId="257"/>
            <ac:picMk id="4" creationId="{BAD078FE-1906-B28A-8ADA-EEE20C14A472}"/>
          </ac:picMkLst>
        </pc:picChg>
        <pc:picChg chg="del">
          <ac:chgData name="Jiří Rojek" userId="S::it2120@sspu-opava.cz::d17efeb8-7802-43bf-ba97-fd5fddabc2dd" providerId="AD" clId="Web-{27AFEB00-7454-0297-CEE4-24150BB2A117}" dt="2024-10-12T18:56:55.369" v="301"/>
          <ac:picMkLst>
            <pc:docMk/>
            <pc:sldMk cId="4038564773" sldId="257"/>
            <ac:picMk id="6" creationId="{C7E53561-04CF-5F12-4707-1565AA4AF2D3}"/>
          </ac:picMkLst>
        </pc:picChg>
        <pc:picChg chg="add del mod">
          <ac:chgData name="Jiří Rojek" userId="S::it2120@sspu-opava.cz::d17efeb8-7802-43bf-ba97-fd5fddabc2dd" providerId="AD" clId="Web-{27AFEB00-7454-0297-CEE4-24150BB2A117}" dt="2024-10-12T19:02:52.837" v="357"/>
          <ac:picMkLst>
            <pc:docMk/>
            <pc:sldMk cId="4038564773" sldId="257"/>
            <ac:picMk id="7" creationId="{E3A3ECEB-5AFE-9EAF-9ACD-B57677A31BE3}"/>
          </ac:picMkLst>
        </pc:picChg>
        <pc:picChg chg="add del mod">
          <ac:chgData name="Jiří Rojek" userId="S::it2120@sspu-opava.cz::d17efeb8-7802-43bf-ba97-fd5fddabc2dd" providerId="AD" clId="Web-{27AFEB00-7454-0297-CEE4-24150BB2A117}" dt="2024-10-12T19:02:51.993" v="356"/>
          <ac:picMkLst>
            <pc:docMk/>
            <pc:sldMk cId="4038564773" sldId="257"/>
            <ac:picMk id="8" creationId="{9A811B8F-261E-3377-A87F-79C4A3078ED6}"/>
          </ac:picMkLst>
        </pc:picChg>
        <pc:picChg chg="add mod">
          <ac:chgData name="Jiří Rojek" userId="S::it2120@sspu-opava.cz::d17efeb8-7802-43bf-ba97-fd5fddabc2dd" providerId="AD" clId="Web-{27AFEB00-7454-0297-CEE4-24150BB2A117}" dt="2024-10-12T19:03:24.994" v="364" actId="1076"/>
          <ac:picMkLst>
            <pc:docMk/>
            <pc:sldMk cId="4038564773" sldId="257"/>
            <ac:picMk id="9" creationId="{19AF53F6-0141-3296-3B82-7EC92EA3F162}"/>
          </ac:picMkLst>
        </pc:picChg>
      </pc:sldChg>
      <pc:sldChg chg="addSp delSp modSp mod setBg">
        <pc:chgData name="Jiří Rojek" userId="S::it2120@sspu-opava.cz::d17efeb8-7802-43bf-ba97-fd5fddabc2dd" providerId="AD" clId="Web-{27AFEB00-7454-0297-CEE4-24150BB2A117}" dt="2024-10-12T19:15:33.061" v="472" actId="20577"/>
        <pc:sldMkLst>
          <pc:docMk/>
          <pc:sldMk cId="2494386021" sldId="258"/>
        </pc:sldMkLst>
        <pc:spChg chg="mod ord">
          <ac:chgData name="Jiří Rojek" userId="S::it2120@sspu-opava.cz::d17efeb8-7802-43bf-ba97-fd5fddabc2dd" providerId="AD" clId="Web-{27AFEB00-7454-0297-CEE4-24150BB2A117}" dt="2024-10-12T19:04:51.920" v="381" actId="1076"/>
          <ac:spMkLst>
            <pc:docMk/>
            <pc:sldMk cId="2494386021" sldId="258"/>
            <ac:spMk id="2" creationId="{631279A1-F9A6-52E2-A623-56EDEE500015}"/>
          </ac:spMkLst>
        </pc:spChg>
        <pc:spChg chg="mod">
          <ac:chgData name="Jiří Rojek" userId="S::it2120@sspu-opava.cz::d17efeb8-7802-43bf-ba97-fd5fddabc2dd" providerId="AD" clId="Web-{27AFEB00-7454-0297-CEE4-24150BB2A117}" dt="2024-10-12T19:15:33.061" v="472" actId="20577"/>
          <ac:spMkLst>
            <pc:docMk/>
            <pc:sldMk cId="2494386021" sldId="258"/>
            <ac:spMk id="5" creationId="{9FD249FE-241E-7D73-C44F-0B85D9168A11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5:59.648" v="285"/>
          <ac:spMkLst>
            <pc:docMk/>
            <pc:sldMk cId="2494386021" sldId="258"/>
            <ac:spMk id="10" creationId="{A2679492-7988-4050-9056-542444452411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5:59.648" v="285"/>
          <ac:spMkLst>
            <pc:docMk/>
            <pc:sldMk cId="2494386021" sldId="258"/>
            <ac:spMk id="12" creationId="{B091B163-7D61-4891-ABCF-5C13D9C418D0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05.008" v="287"/>
          <ac:spMkLst>
            <pc:docMk/>
            <pc:sldMk cId="2494386021" sldId="258"/>
            <ac:spMk id="16" creationId="{21BDEC81-16A7-4451-B893-C15000083B77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05.008" v="287"/>
          <ac:spMkLst>
            <pc:docMk/>
            <pc:sldMk cId="2494386021" sldId="258"/>
            <ac:spMk id="17" creationId="{0D7B6173-1D58-48E2-83CF-37350F315F75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05.008" v="287"/>
          <ac:spMkLst>
            <pc:docMk/>
            <pc:sldMk cId="2494386021" sldId="258"/>
            <ac:spMk id="18" creationId="{26A515A1-4D80-430E-BE0A-71A290516A82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05.008" v="287"/>
          <ac:spMkLst>
            <pc:docMk/>
            <pc:sldMk cId="2494386021" sldId="258"/>
            <ac:spMk id="19" creationId="{02EBFA83-D4DB-4CA0-B229-9E44634D7FE9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1.492" v="291"/>
          <ac:spMkLst>
            <pc:docMk/>
            <pc:sldMk cId="2494386021" sldId="258"/>
            <ac:spMk id="25" creationId="{0B9EE3F3-89B7-43C3-8651-C4C96830993D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1.492" v="291"/>
          <ac:spMkLst>
            <pc:docMk/>
            <pc:sldMk cId="2494386021" sldId="258"/>
            <ac:spMk id="26" creationId="{33AE4636-AEEC-45D6-84D4-7AC2DA48ECF8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1.492" v="291"/>
          <ac:spMkLst>
            <pc:docMk/>
            <pc:sldMk cId="2494386021" sldId="258"/>
            <ac:spMk id="27" creationId="{8D9CE0F4-2EB2-4F1F-8AAC-DB3571D9FE10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4.055" v="293"/>
          <ac:spMkLst>
            <pc:docMk/>
            <pc:sldMk cId="2494386021" sldId="258"/>
            <ac:spMk id="29" creationId="{A8908DB7-C3A6-4FCB-9820-CEE02B398C4A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4.055" v="293"/>
          <ac:spMkLst>
            <pc:docMk/>
            <pc:sldMk cId="2494386021" sldId="258"/>
            <ac:spMk id="30" creationId="{535742DD-1B16-4E9D-B715-0D74B4574A68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5.180" v="295"/>
          <ac:spMkLst>
            <pc:docMk/>
            <pc:sldMk cId="2494386021" sldId="258"/>
            <ac:spMk id="32" creationId="{DBC6133C-0615-4CE4-9132-37E609A9BDFA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5.180" v="295"/>
          <ac:spMkLst>
            <pc:docMk/>
            <pc:sldMk cId="2494386021" sldId="258"/>
            <ac:spMk id="33" creationId="{169CC832-2974-4E8D-90ED-3E2941BA7336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5.180" v="295"/>
          <ac:spMkLst>
            <pc:docMk/>
            <pc:sldMk cId="2494386021" sldId="258"/>
            <ac:spMk id="34" creationId="{55222F96-971A-4F90-B841-6BAB416C7AC1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5.180" v="295"/>
          <ac:spMkLst>
            <pc:docMk/>
            <pc:sldMk cId="2494386021" sldId="258"/>
            <ac:spMk id="35" creationId="{08980754-6F4B-43C9-B9BE-127B6BED6586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5.180" v="295"/>
          <ac:spMkLst>
            <pc:docMk/>
            <pc:sldMk cId="2494386021" sldId="258"/>
            <ac:spMk id="36" creationId="{2C1BBA94-3F40-40AA-8BB9-E69E25E537C1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7.508" v="297"/>
          <ac:spMkLst>
            <pc:docMk/>
            <pc:sldMk cId="2494386021" sldId="258"/>
            <ac:spMk id="38" creationId="{C3420C89-0B09-4632-A4AF-3971D08BF7A8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7.508" v="297"/>
          <ac:spMkLst>
            <pc:docMk/>
            <pc:sldMk cId="2494386021" sldId="258"/>
            <ac:spMk id="39" creationId="{4E5CBA61-BF74-40B4-A3A8-366BBA626CCF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9.790" v="299"/>
          <ac:spMkLst>
            <pc:docMk/>
            <pc:sldMk cId="2494386021" sldId="258"/>
            <ac:spMk id="48" creationId="{0B9EE3F3-89B7-43C3-8651-C4C96830993D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9.790" v="299"/>
          <ac:spMkLst>
            <pc:docMk/>
            <pc:sldMk cId="2494386021" sldId="258"/>
            <ac:spMk id="49" creationId="{33AE4636-AEEC-45D6-84D4-7AC2DA48ECF8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6:19.790" v="299"/>
          <ac:spMkLst>
            <pc:docMk/>
            <pc:sldMk cId="2494386021" sldId="258"/>
            <ac:spMk id="50" creationId="{8D9CE0F4-2EB2-4F1F-8AAC-DB3571D9FE10}"/>
          </ac:spMkLst>
        </pc:spChg>
        <pc:spChg chg="add">
          <ac:chgData name="Jiří Rojek" userId="S::it2120@sspu-opava.cz::d17efeb8-7802-43bf-ba97-fd5fddabc2dd" providerId="AD" clId="Web-{27AFEB00-7454-0297-CEE4-24150BB2A117}" dt="2024-10-12T18:56:19.805" v="300"/>
          <ac:spMkLst>
            <pc:docMk/>
            <pc:sldMk cId="2494386021" sldId="258"/>
            <ac:spMk id="52" creationId="{A2679492-7988-4050-9056-542444452411}"/>
          </ac:spMkLst>
        </pc:spChg>
        <pc:spChg chg="add">
          <ac:chgData name="Jiří Rojek" userId="S::it2120@sspu-opava.cz::d17efeb8-7802-43bf-ba97-fd5fddabc2dd" providerId="AD" clId="Web-{27AFEB00-7454-0297-CEE4-24150BB2A117}" dt="2024-10-12T18:56:19.805" v="300"/>
          <ac:spMkLst>
            <pc:docMk/>
            <pc:sldMk cId="2494386021" sldId="258"/>
            <ac:spMk id="53" creationId="{B091B163-7D61-4891-ABCF-5C13D9C418D0}"/>
          </ac:spMkLst>
        </pc:spChg>
        <pc:grpChg chg="add del">
          <ac:chgData name="Jiří Rojek" userId="S::it2120@sspu-opava.cz::d17efeb8-7802-43bf-ba97-fd5fddabc2dd" providerId="AD" clId="Web-{27AFEB00-7454-0297-CEE4-24150BB2A117}" dt="2024-10-12T18:56:09.524" v="289"/>
          <ac:grpSpMkLst>
            <pc:docMk/>
            <pc:sldMk cId="2494386021" sldId="258"/>
            <ac:grpSpMk id="22" creationId="{6258F736-B256-8039-9DC6-F4E49A5C5AD5}"/>
          </ac:grpSpMkLst>
        </pc:grpChg>
        <pc:grpChg chg="add del">
          <ac:chgData name="Jiří Rojek" userId="S::it2120@sspu-opava.cz::d17efeb8-7802-43bf-ba97-fd5fddabc2dd" providerId="AD" clId="Web-{27AFEB00-7454-0297-CEE4-24150BB2A117}" dt="2024-10-12T18:56:17.508" v="297"/>
          <ac:grpSpMkLst>
            <pc:docMk/>
            <pc:sldMk cId="2494386021" sldId="258"/>
            <ac:grpSpMk id="40" creationId="{AC27E70C-5470-4262-B9CE-AE52C51CF4C1}"/>
          </ac:grpSpMkLst>
        </pc:grpChg>
        <pc:grpChg chg="add del">
          <ac:chgData name="Jiří Rojek" userId="S::it2120@sspu-opava.cz::d17efeb8-7802-43bf-ba97-fd5fddabc2dd" providerId="AD" clId="Web-{27AFEB00-7454-0297-CEE4-24150BB2A117}" dt="2024-10-12T18:56:17.508" v="297"/>
          <ac:grpSpMkLst>
            <pc:docMk/>
            <pc:sldMk cId="2494386021" sldId="258"/>
            <ac:grpSpMk id="42" creationId="{E27AF472-EAE3-4572-AB69-B92BD10DBC6D}"/>
          </ac:grpSpMkLst>
        </pc:grpChg>
        <pc:picChg chg="mod ord">
          <ac:chgData name="Jiří Rojek" userId="S::it2120@sspu-opava.cz::d17efeb8-7802-43bf-ba97-fd5fddabc2dd" providerId="AD" clId="Web-{27AFEB00-7454-0297-CEE4-24150BB2A117}" dt="2024-10-12T18:56:19.805" v="300"/>
          <ac:picMkLst>
            <pc:docMk/>
            <pc:sldMk cId="2494386021" sldId="258"/>
            <ac:picMk id="4" creationId="{EA0B6A05-86CD-6707-437A-1D44B25DA5E7}"/>
          </ac:picMkLst>
        </pc:picChg>
        <pc:picChg chg="add del">
          <ac:chgData name="Jiří Rojek" userId="S::it2120@sspu-opava.cz::d17efeb8-7802-43bf-ba97-fd5fddabc2dd" providerId="AD" clId="Web-{27AFEB00-7454-0297-CEE4-24150BB2A117}" dt="2024-10-12T18:56:05.008" v="287"/>
          <ac:picMkLst>
            <pc:docMk/>
            <pc:sldMk cId="2494386021" sldId="258"/>
            <ac:picMk id="20" creationId="{B0DAC8FB-A162-44E3-A606-C855A03A5B09}"/>
          </ac:picMkLst>
        </pc:picChg>
        <pc:cxnChg chg="add del">
          <ac:chgData name="Jiří Rojek" userId="S::it2120@sspu-opava.cz::d17efeb8-7802-43bf-ba97-fd5fddabc2dd" providerId="AD" clId="Web-{27AFEB00-7454-0297-CEE4-24150BB2A117}" dt="2024-10-12T18:55:59.648" v="285"/>
          <ac:cxnSpMkLst>
            <pc:docMk/>
            <pc:sldMk cId="2494386021" sldId="258"/>
            <ac:cxnSpMk id="14" creationId="{C49DA8F6-BCC1-4447-B54C-57856834B94B}"/>
          </ac:cxnSpMkLst>
        </pc:cxnChg>
        <pc:cxnChg chg="add">
          <ac:chgData name="Jiří Rojek" userId="S::it2120@sspu-opava.cz::d17efeb8-7802-43bf-ba97-fd5fddabc2dd" providerId="AD" clId="Web-{27AFEB00-7454-0297-CEE4-24150BB2A117}" dt="2024-10-12T18:56:19.805" v="300"/>
          <ac:cxnSpMkLst>
            <pc:docMk/>
            <pc:sldMk cId="2494386021" sldId="258"/>
            <ac:cxnSpMk id="54" creationId="{C49DA8F6-BCC1-4447-B54C-57856834B94B}"/>
          </ac:cxnSpMkLst>
        </pc:cxnChg>
      </pc:sldChg>
      <pc:sldChg chg="addSp modSp mod setBg">
        <pc:chgData name="Jiří Rojek" userId="S::it2120@sspu-opava.cz::d17efeb8-7802-43bf-ba97-fd5fddabc2dd" providerId="AD" clId="Web-{27AFEB00-7454-0297-CEE4-24150BB2A117}" dt="2024-10-12T19:09:00.696" v="402" actId="20577"/>
        <pc:sldMkLst>
          <pc:docMk/>
          <pc:sldMk cId="3846966542" sldId="259"/>
        </pc:sldMkLst>
        <pc:spChg chg="mo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2" creationId="{8A78E3CC-672F-2CA5-CD74-93CD24FEE581}"/>
          </ac:spMkLst>
        </pc:spChg>
        <pc:spChg chg="mod">
          <ac:chgData name="Jiří Rojek" userId="S::it2120@sspu-opava.cz::d17efeb8-7802-43bf-ba97-fd5fddabc2dd" providerId="AD" clId="Web-{27AFEB00-7454-0297-CEE4-24150BB2A117}" dt="2024-10-12T19:09:00.696" v="402" actId="20577"/>
          <ac:spMkLst>
            <pc:docMk/>
            <pc:sldMk cId="3846966542" sldId="259"/>
            <ac:spMk id="3" creationId="{A5B98204-9884-27BB-7C34-D8EAD715B9C2}"/>
          </ac:spMkLst>
        </pc:spChg>
        <pc:spChg chg="ad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8" creationId="{327D73B4-9F5C-4A64-A179-51B9500CB8B5}"/>
          </ac:spMkLst>
        </pc:spChg>
        <pc:spChg chg="ad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10" creationId="{C1F06963-6374-4B48-844F-071A9BAAAE02}"/>
          </ac:spMkLst>
        </pc:spChg>
        <pc:spChg chg="ad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12" creationId="{6CB927A4-E432-4310-9CD5-E89FF5063179}"/>
          </ac:spMkLst>
        </pc:spChg>
        <pc:spChg chg="ad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14" creationId="{1453BF6C-B012-48B7-B4E8-6D7AC7C27D02}"/>
          </ac:spMkLst>
        </pc:spChg>
        <pc:spChg chg="add">
          <ac:chgData name="Jiří Rojek" userId="S::it2120@sspu-opava.cz::d17efeb8-7802-43bf-ba97-fd5fddabc2dd" providerId="AD" clId="Web-{27AFEB00-7454-0297-CEE4-24150BB2A117}" dt="2024-10-12T18:58:19.169" v="306"/>
          <ac:spMkLst>
            <pc:docMk/>
            <pc:sldMk cId="3846966542" sldId="259"/>
            <ac:spMk id="16" creationId="{E3020543-B24B-4EC4-8FFC-8DD88EEA91A8}"/>
          </ac:spMkLst>
        </pc:spChg>
        <pc:cxnChg chg="add">
          <ac:chgData name="Jiří Rojek" userId="S::it2120@sspu-opava.cz::d17efeb8-7802-43bf-ba97-fd5fddabc2dd" providerId="AD" clId="Web-{27AFEB00-7454-0297-CEE4-24150BB2A117}" dt="2024-10-12T18:58:19.169" v="306"/>
          <ac:cxnSpMkLst>
            <pc:docMk/>
            <pc:sldMk cId="3846966542" sldId="259"/>
            <ac:cxnSpMk id="18" creationId="{C49DA8F6-BCC1-4447-B54C-57856834B94B}"/>
          </ac:cxnSpMkLst>
        </pc:cxnChg>
      </pc:sldChg>
      <pc:sldChg chg="addSp delSp modSp">
        <pc:chgData name="Jiří Rojek" userId="S::it2120@sspu-opava.cz::d17efeb8-7802-43bf-ba97-fd5fddabc2dd" providerId="AD" clId="Web-{27AFEB00-7454-0297-CEE4-24150BB2A117}" dt="2024-10-12T19:11:21.170" v="423" actId="20577"/>
        <pc:sldMkLst>
          <pc:docMk/>
          <pc:sldMk cId="3918262837" sldId="260"/>
        </pc:sldMkLst>
        <pc:spChg chg="add del">
          <ac:chgData name="Jiří Rojek" userId="S::it2120@sspu-opava.cz::d17efeb8-7802-43bf-ba97-fd5fddabc2dd" providerId="AD" clId="Web-{27AFEB00-7454-0297-CEE4-24150BB2A117}" dt="2024-10-12T18:58:42.436" v="313"/>
          <ac:spMkLst>
            <pc:docMk/>
            <pc:sldMk cId="3918262837" sldId="260"/>
            <ac:spMk id="3" creationId="{C5461459-8A0E-1454-F927-D303A99542A0}"/>
          </ac:spMkLst>
        </pc:spChg>
        <pc:spChg chg="mod">
          <ac:chgData name="Jiří Rojek" userId="S::it2120@sspu-opava.cz::d17efeb8-7802-43bf-ba97-fd5fddabc2dd" providerId="AD" clId="Web-{27AFEB00-7454-0297-CEE4-24150BB2A117}" dt="2024-10-12T19:09:40.416" v="414" actId="20577"/>
          <ac:spMkLst>
            <pc:docMk/>
            <pc:sldMk cId="3918262837" sldId="260"/>
            <ac:spMk id="6" creationId="{B5607DA1-2D9D-3BF4-A90B-27F2DEDD8544}"/>
          </ac:spMkLst>
        </pc:spChg>
        <pc:graphicFrameChg chg="add del">
          <ac:chgData name="Jiří Rojek" userId="S::it2120@sspu-opava.cz::d17efeb8-7802-43bf-ba97-fd5fddabc2dd" providerId="AD" clId="Web-{27AFEB00-7454-0297-CEE4-24150BB2A117}" dt="2024-10-12T18:58:33.795" v="308"/>
          <ac:graphicFrameMkLst>
            <pc:docMk/>
            <pc:sldMk cId="3918262837" sldId="260"/>
            <ac:graphicFrameMk id="8" creationId="{475BF1A5-271F-5251-5E1E-3CEF10AA8020}"/>
          </ac:graphicFrameMkLst>
        </pc:graphicFrameChg>
        <pc:graphicFrameChg chg="add del">
          <ac:chgData name="Jiří Rojek" userId="S::it2120@sspu-opava.cz::d17efeb8-7802-43bf-ba97-fd5fddabc2dd" providerId="AD" clId="Web-{27AFEB00-7454-0297-CEE4-24150BB2A117}" dt="2024-10-12T18:58:40.108" v="310"/>
          <ac:graphicFrameMkLst>
            <pc:docMk/>
            <pc:sldMk cId="3918262837" sldId="260"/>
            <ac:graphicFrameMk id="10" creationId="{0B40F412-46F2-F7E3-00CD-F20A0D60ED60}"/>
          </ac:graphicFrameMkLst>
        </pc:graphicFrameChg>
        <pc:graphicFrameChg chg="add del">
          <ac:chgData name="Jiří Rojek" userId="S::it2120@sspu-opava.cz::d17efeb8-7802-43bf-ba97-fd5fddabc2dd" providerId="AD" clId="Web-{27AFEB00-7454-0297-CEE4-24150BB2A117}" dt="2024-10-12T18:58:42.420" v="312"/>
          <ac:graphicFrameMkLst>
            <pc:docMk/>
            <pc:sldMk cId="3918262837" sldId="260"/>
            <ac:graphicFrameMk id="12" creationId="{F562F5A0-73A5-9E35-2109-1EBEE2B09DB2}"/>
          </ac:graphicFrameMkLst>
        </pc:graphicFrameChg>
        <pc:graphicFrameChg chg="add mod modGraphic">
          <ac:chgData name="Jiří Rojek" userId="S::it2120@sspu-opava.cz::d17efeb8-7802-43bf-ba97-fd5fddabc2dd" providerId="AD" clId="Web-{27AFEB00-7454-0297-CEE4-24150BB2A117}" dt="2024-10-12T19:11:21.170" v="423" actId="20577"/>
          <ac:graphicFrameMkLst>
            <pc:docMk/>
            <pc:sldMk cId="3918262837" sldId="260"/>
            <ac:graphicFrameMk id="14" creationId="{0B40F412-46F2-F7E3-00CD-F20A0D60ED60}"/>
          </ac:graphicFrameMkLst>
        </pc:graphicFrameChg>
        <pc:picChg chg="mod">
          <ac:chgData name="Jiří Rojek" userId="S::it2120@sspu-opava.cz::d17efeb8-7802-43bf-ba97-fd5fddabc2dd" providerId="AD" clId="Web-{27AFEB00-7454-0297-CEE4-24150BB2A117}" dt="2024-10-12T18:58:58.171" v="315" actId="1076"/>
          <ac:picMkLst>
            <pc:docMk/>
            <pc:sldMk cId="3918262837" sldId="260"/>
            <ac:picMk id="4" creationId="{47D367D3-FCE5-2038-A5A7-E268180E55DA}"/>
          </ac:picMkLst>
        </pc:picChg>
        <pc:picChg chg="mod">
          <ac:chgData name="Jiří Rojek" userId="S::it2120@sspu-opava.cz::d17efeb8-7802-43bf-ba97-fd5fddabc2dd" providerId="AD" clId="Web-{27AFEB00-7454-0297-CEE4-24150BB2A117}" dt="2024-10-12T18:59:03.234" v="316" actId="1076"/>
          <ac:picMkLst>
            <pc:docMk/>
            <pc:sldMk cId="3918262837" sldId="260"/>
            <ac:picMk id="5" creationId="{4DD0237F-B5FE-7DF6-F48A-28F01C13D650}"/>
          </ac:picMkLst>
        </pc:picChg>
      </pc:sldChg>
      <pc:sldChg chg="addSp modSp mod setBg">
        <pc:chgData name="Jiří Rojek" userId="S::it2120@sspu-opava.cz::d17efeb8-7802-43bf-ba97-fd5fddabc2dd" providerId="AD" clId="Web-{27AFEB00-7454-0297-CEE4-24150BB2A117}" dt="2024-10-12T19:07:14.457" v="400" actId="1076"/>
        <pc:sldMkLst>
          <pc:docMk/>
          <pc:sldMk cId="2892823083" sldId="261"/>
        </pc:sldMkLst>
        <pc:spChg chg="mod ord">
          <ac:chgData name="Jiří Rojek" userId="S::it2120@sspu-opava.cz::d17efeb8-7802-43bf-ba97-fd5fddabc2dd" providerId="AD" clId="Web-{27AFEB00-7454-0297-CEE4-24150BB2A117}" dt="2024-10-12T19:07:14.457" v="400" actId="1076"/>
          <ac:spMkLst>
            <pc:docMk/>
            <pc:sldMk cId="2892823083" sldId="261"/>
            <ac:spMk id="3" creationId="{19AB3008-C789-3D76-395C-050DB552E649}"/>
          </ac:spMkLst>
        </pc:spChg>
        <pc:spChg chg="add">
          <ac:chgData name="Jiří Rojek" userId="S::it2120@sspu-opava.cz::d17efeb8-7802-43bf-ba97-fd5fddabc2dd" providerId="AD" clId="Web-{27AFEB00-7454-0297-CEE4-24150BB2A117}" dt="2024-10-12T18:58:13.982" v="305"/>
          <ac:spMkLst>
            <pc:docMk/>
            <pc:sldMk cId="2892823083" sldId="261"/>
            <ac:spMk id="9" creationId="{A2679492-7988-4050-9056-542444452411}"/>
          </ac:spMkLst>
        </pc:spChg>
        <pc:spChg chg="add">
          <ac:chgData name="Jiří Rojek" userId="S::it2120@sspu-opava.cz::d17efeb8-7802-43bf-ba97-fd5fddabc2dd" providerId="AD" clId="Web-{27AFEB00-7454-0297-CEE4-24150BB2A117}" dt="2024-10-12T18:58:13.982" v="305"/>
          <ac:spMkLst>
            <pc:docMk/>
            <pc:sldMk cId="2892823083" sldId="261"/>
            <ac:spMk id="11" creationId="{B091B163-7D61-4891-ABCF-5C13D9C418D0}"/>
          </ac:spMkLst>
        </pc:spChg>
        <pc:picChg chg="mod">
          <ac:chgData name="Jiří Rojek" userId="S::it2120@sspu-opava.cz::d17efeb8-7802-43bf-ba97-fd5fddabc2dd" providerId="AD" clId="Web-{27AFEB00-7454-0297-CEE4-24150BB2A117}" dt="2024-10-12T18:58:13.982" v="305"/>
          <ac:picMkLst>
            <pc:docMk/>
            <pc:sldMk cId="2892823083" sldId="261"/>
            <ac:picMk id="4" creationId="{90A9D26A-3864-5378-7E87-F089958F5049}"/>
          </ac:picMkLst>
        </pc:picChg>
        <pc:cxnChg chg="add">
          <ac:chgData name="Jiří Rojek" userId="S::it2120@sspu-opava.cz::d17efeb8-7802-43bf-ba97-fd5fddabc2dd" providerId="AD" clId="Web-{27AFEB00-7454-0297-CEE4-24150BB2A117}" dt="2024-10-12T18:58:13.982" v="305"/>
          <ac:cxnSpMkLst>
            <pc:docMk/>
            <pc:sldMk cId="2892823083" sldId="261"/>
            <ac:cxnSpMk id="13" creationId="{C49DA8F6-BCC1-4447-B54C-57856834B94B}"/>
          </ac:cxnSpMkLst>
        </pc:cxnChg>
      </pc:sldChg>
      <pc:sldChg chg="addSp delSp modSp mod setBg">
        <pc:chgData name="Jiří Rojek" userId="S::it2120@sspu-opava.cz::d17efeb8-7802-43bf-ba97-fd5fddabc2dd" providerId="AD" clId="Web-{27AFEB00-7454-0297-CEE4-24150BB2A117}" dt="2024-10-12T19:11:52.562" v="427" actId="20577"/>
        <pc:sldMkLst>
          <pc:docMk/>
          <pc:sldMk cId="2776750077" sldId="262"/>
        </pc:sldMkLst>
        <pc:spChg chg="mod">
          <ac:chgData name="Jiří Rojek" userId="S::it2120@sspu-opava.cz::d17efeb8-7802-43bf-ba97-fd5fddabc2dd" providerId="AD" clId="Web-{27AFEB00-7454-0297-CEE4-24150BB2A117}" dt="2024-10-12T18:59:49.564" v="325"/>
          <ac:spMkLst>
            <pc:docMk/>
            <pc:sldMk cId="2776750077" sldId="262"/>
            <ac:spMk id="2" creationId="{21610373-F41C-24F5-0BA7-2C99ED13AF9E}"/>
          </ac:spMkLst>
        </pc:spChg>
        <pc:spChg chg="mod ord">
          <ac:chgData name="Jiří Rojek" userId="S::it2120@sspu-opava.cz::d17efeb8-7802-43bf-ba97-fd5fddabc2dd" providerId="AD" clId="Web-{27AFEB00-7454-0297-CEE4-24150BB2A117}" dt="2024-10-12T19:11:52.562" v="427" actId="20577"/>
          <ac:spMkLst>
            <pc:docMk/>
            <pc:sldMk cId="2776750077" sldId="262"/>
            <ac:spMk id="4" creationId="{C253D44B-C91E-AF27-3866-F51BAAB60789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2.079" v="320"/>
          <ac:spMkLst>
            <pc:docMk/>
            <pc:sldMk cId="2776750077" sldId="262"/>
            <ac:spMk id="10" creationId="{A2679492-7988-4050-9056-542444452411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2.079" v="320"/>
          <ac:spMkLst>
            <pc:docMk/>
            <pc:sldMk cId="2776750077" sldId="262"/>
            <ac:spMk id="12" creationId="{B091B163-7D61-4891-ABCF-5C13D9C418D0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7.251" v="322"/>
          <ac:spMkLst>
            <pc:docMk/>
            <pc:sldMk cId="2776750077" sldId="262"/>
            <ac:spMk id="16" creationId="{1453BF6C-B012-48B7-B4E8-6D7AC7C27D02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7.251" v="322"/>
          <ac:spMkLst>
            <pc:docMk/>
            <pc:sldMk cId="2776750077" sldId="262"/>
            <ac:spMk id="17" creationId="{327D73B4-9F5C-4A64-A179-51B9500CB8B5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7.251" v="322"/>
          <ac:spMkLst>
            <pc:docMk/>
            <pc:sldMk cId="2776750077" sldId="262"/>
            <ac:spMk id="18" creationId="{E3020543-B24B-4EC4-8FFC-8DD88EEA91A8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7.251" v="322"/>
          <ac:spMkLst>
            <pc:docMk/>
            <pc:sldMk cId="2776750077" sldId="262"/>
            <ac:spMk id="19" creationId="{C1F06963-6374-4B48-844F-071A9BAAAE02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7.251" v="322"/>
          <ac:spMkLst>
            <pc:docMk/>
            <pc:sldMk cId="2776750077" sldId="262"/>
            <ac:spMk id="21" creationId="{6CB927A4-E432-4310-9CD5-E89FF5063179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9.548" v="324"/>
          <ac:spMkLst>
            <pc:docMk/>
            <pc:sldMk cId="2776750077" sldId="262"/>
            <ac:spMk id="23" creationId="{327D73B4-9F5C-4A64-A179-51B9500CB8B5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9.548" v="324"/>
          <ac:spMkLst>
            <pc:docMk/>
            <pc:sldMk cId="2776750077" sldId="262"/>
            <ac:spMk id="24" creationId="{C1F06963-6374-4B48-844F-071A9BAAAE02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9:49.548" v="324"/>
          <ac:spMkLst>
            <pc:docMk/>
            <pc:sldMk cId="2776750077" sldId="262"/>
            <ac:spMk id="27" creationId="{E3020543-B24B-4EC4-8FFC-8DD88EEA91A8}"/>
          </ac:spMkLst>
        </pc:spChg>
        <pc:spChg chg="add">
          <ac:chgData name="Jiří Rojek" userId="S::it2120@sspu-opava.cz::d17efeb8-7802-43bf-ba97-fd5fddabc2dd" providerId="AD" clId="Web-{27AFEB00-7454-0297-CEE4-24150BB2A117}" dt="2024-10-12T18:59:49.564" v="325"/>
          <ac:spMkLst>
            <pc:docMk/>
            <pc:sldMk cId="2776750077" sldId="262"/>
            <ac:spMk id="30" creationId="{A2679492-7988-4050-9056-542444452411}"/>
          </ac:spMkLst>
        </pc:spChg>
        <pc:spChg chg="add">
          <ac:chgData name="Jiří Rojek" userId="S::it2120@sspu-opava.cz::d17efeb8-7802-43bf-ba97-fd5fddabc2dd" providerId="AD" clId="Web-{27AFEB00-7454-0297-CEE4-24150BB2A117}" dt="2024-10-12T18:59:49.564" v="325"/>
          <ac:spMkLst>
            <pc:docMk/>
            <pc:sldMk cId="2776750077" sldId="262"/>
            <ac:spMk id="31" creationId="{B091B163-7D61-4891-ABCF-5C13D9C418D0}"/>
          </ac:spMkLst>
        </pc:spChg>
        <pc:grpChg chg="add del">
          <ac:chgData name="Jiří Rojek" userId="S::it2120@sspu-opava.cz::d17efeb8-7802-43bf-ba97-fd5fddabc2dd" providerId="AD" clId="Web-{27AFEB00-7454-0297-CEE4-24150BB2A117}" dt="2024-10-12T18:59:49.548" v="324"/>
          <ac:grpSpMkLst>
            <pc:docMk/>
            <pc:sldMk cId="2776750077" sldId="262"/>
            <ac:grpSpMk id="25" creationId="{5614C7C0-FA1D-4105-8345-1DF76F9870A8}"/>
          </ac:grpSpMkLst>
        </pc:grpChg>
        <pc:picChg chg="mod">
          <ac:chgData name="Jiří Rojek" userId="S::it2120@sspu-opava.cz::d17efeb8-7802-43bf-ba97-fd5fddabc2dd" providerId="AD" clId="Web-{27AFEB00-7454-0297-CEE4-24150BB2A117}" dt="2024-10-12T18:59:49.564" v="325"/>
          <ac:picMkLst>
            <pc:docMk/>
            <pc:sldMk cId="2776750077" sldId="262"/>
            <ac:picMk id="5" creationId="{2FCA4ECB-071C-4515-3027-0E01BEF1B08E}"/>
          </ac:picMkLst>
        </pc:picChg>
        <pc:cxnChg chg="add del">
          <ac:chgData name="Jiří Rojek" userId="S::it2120@sspu-opava.cz::d17efeb8-7802-43bf-ba97-fd5fddabc2dd" providerId="AD" clId="Web-{27AFEB00-7454-0297-CEE4-24150BB2A117}" dt="2024-10-12T18:59:42.079" v="320"/>
          <ac:cxnSpMkLst>
            <pc:docMk/>
            <pc:sldMk cId="2776750077" sldId="262"/>
            <ac:cxnSpMk id="14" creationId="{C49DA8F6-BCC1-4447-B54C-57856834B94B}"/>
          </ac:cxnSpMkLst>
        </pc:cxnChg>
        <pc:cxnChg chg="add del">
          <ac:chgData name="Jiří Rojek" userId="S::it2120@sspu-opava.cz::d17efeb8-7802-43bf-ba97-fd5fddabc2dd" providerId="AD" clId="Web-{27AFEB00-7454-0297-CEE4-24150BB2A117}" dt="2024-10-12T18:59:47.251" v="322"/>
          <ac:cxnSpMkLst>
            <pc:docMk/>
            <pc:sldMk cId="2776750077" sldId="262"/>
            <ac:cxnSpMk id="20" creationId="{C49DA8F6-BCC1-4447-B54C-57856834B94B}"/>
          </ac:cxnSpMkLst>
        </pc:cxnChg>
        <pc:cxnChg chg="add del">
          <ac:chgData name="Jiří Rojek" userId="S::it2120@sspu-opava.cz::d17efeb8-7802-43bf-ba97-fd5fddabc2dd" providerId="AD" clId="Web-{27AFEB00-7454-0297-CEE4-24150BB2A117}" dt="2024-10-12T18:59:49.548" v="324"/>
          <ac:cxnSpMkLst>
            <pc:docMk/>
            <pc:sldMk cId="2776750077" sldId="262"/>
            <ac:cxnSpMk id="28" creationId="{C49DA8F6-BCC1-4447-B54C-57856834B94B}"/>
          </ac:cxnSpMkLst>
        </pc:cxnChg>
        <pc:cxnChg chg="add">
          <ac:chgData name="Jiří Rojek" userId="S::it2120@sspu-opava.cz::d17efeb8-7802-43bf-ba97-fd5fddabc2dd" providerId="AD" clId="Web-{27AFEB00-7454-0297-CEE4-24150BB2A117}" dt="2024-10-12T18:59:49.564" v="325"/>
          <ac:cxnSpMkLst>
            <pc:docMk/>
            <pc:sldMk cId="2776750077" sldId="262"/>
            <ac:cxnSpMk id="32" creationId="{C49DA8F6-BCC1-4447-B54C-57856834B94B}"/>
          </ac:cxnSpMkLst>
        </pc:cxnChg>
      </pc:sldChg>
      <pc:sldChg chg="addSp delSp modSp mod setBg">
        <pc:chgData name="Jiří Rojek" userId="S::it2120@sspu-opava.cz::d17efeb8-7802-43bf-ba97-fd5fddabc2dd" providerId="AD" clId="Web-{27AFEB00-7454-0297-CEE4-24150BB2A117}" dt="2024-10-12T19:16:12.156" v="475" actId="20577"/>
        <pc:sldMkLst>
          <pc:docMk/>
          <pc:sldMk cId="4094989260" sldId="263"/>
        </pc:sldMkLst>
        <pc:spChg chg="mod">
          <ac:chgData name="Jiří Rojek" userId="S::it2120@sspu-opava.cz::d17efeb8-7802-43bf-ba97-fd5fddabc2dd" providerId="AD" clId="Web-{27AFEB00-7454-0297-CEE4-24150BB2A117}" dt="2024-10-12T19:00:12.205" v="331"/>
          <ac:spMkLst>
            <pc:docMk/>
            <pc:sldMk cId="4094989260" sldId="263"/>
            <ac:spMk id="2" creationId="{89BF2057-488F-79E1-C5EA-77AD4098A9F5}"/>
          </ac:spMkLst>
        </pc:spChg>
        <pc:spChg chg="mod ord">
          <ac:chgData name="Jiří Rojek" userId="S::it2120@sspu-opava.cz::d17efeb8-7802-43bf-ba97-fd5fddabc2dd" providerId="AD" clId="Web-{27AFEB00-7454-0297-CEE4-24150BB2A117}" dt="2024-10-12T19:16:12.156" v="475" actId="20577"/>
          <ac:spMkLst>
            <pc:docMk/>
            <pc:sldMk cId="4094989260" sldId="263"/>
            <ac:spMk id="3" creationId="{0E14BA65-C936-B79A-A04C-0D53CB24DBB3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08.768" v="328"/>
          <ac:spMkLst>
            <pc:docMk/>
            <pc:sldMk cId="4094989260" sldId="263"/>
            <ac:spMk id="9" creationId="{A2679492-7988-4050-9056-542444452411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08.768" v="328"/>
          <ac:spMkLst>
            <pc:docMk/>
            <pc:sldMk cId="4094989260" sldId="263"/>
            <ac:spMk id="11" creationId="{B091B163-7D61-4891-ABCF-5C13D9C418D0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12.205" v="330"/>
          <ac:spMkLst>
            <pc:docMk/>
            <pc:sldMk cId="4094989260" sldId="263"/>
            <ac:spMk id="16" creationId="{327D73B4-9F5C-4A64-A179-51B9500CB8B5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12.205" v="330"/>
          <ac:spMkLst>
            <pc:docMk/>
            <pc:sldMk cId="4094989260" sldId="263"/>
            <ac:spMk id="17" creationId="{E3020543-B24B-4EC4-8FFC-8DD88EEA91A8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12.205" v="330"/>
          <ac:spMkLst>
            <pc:docMk/>
            <pc:sldMk cId="4094989260" sldId="263"/>
            <ac:spMk id="18" creationId="{C1F06963-6374-4B48-844F-071A9BAAAE02}"/>
          </ac:spMkLst>
        </pc:spChg>
        <pc:spChg chg="add">
          <ac:chgData name="Jiří Rojek" userId="S::it2120@sspu-opava.cz::d17efeb8-7802-43bf-ba97-fd5fddabc2dd" providerId="AD" clId="Web-{27AFEB00-7454-0297-CEE4-24150BB2A117}" dt="2024-10-12T19:00:12.205" v="331"/>
          <ac:spMkLst>
            <pc:docMk/>
            <pc:sldMk cId="4094989260" sldId="263"/>
            <ac:spMk id="22" creationId="{7B831B6F-405A-4B47-B9BB-5CA88F285844}"/>
          </ac:spMkLst>
        </pc:spChg>
        <pc:spChg chg="add">
          <ac:chgData name="Jiří Rojek" userId="S::it2120@sspu-opava.cz::d17efeb8-7802-43bf-ba97-fd5fddabc2dd" providerId="AD" clId="Web-{27AFEB00-7454-0297-CEE4-24150BB2A117}" dt="2024-10-12T19:00:12.205" v="331"/>
          <ac:spMkLst>
            <pc:docMk/>
            <pc:sldMk cId="4094989260" sldId="263"/>
            <ac:spMk id="23" creationId="{953EE71A-6488-4203-A7C4-77102FD0DCCA}"/>
          </ac:spMkLst>
        </pc:spChg>
        <pc:grpChg chg="add del">
          <ac:chgData name="Jiří Rojek" userId="S::it2120@sspu-opava.cz::d17efeb8-7802-43bf-ba97-fd5fddabc2dd" providerId="AD" clId="Web-{27AFEB00-7454-0297-CEE4-24150BB2A117}" dt="2024-10-12T19:00:12.205" v="330"/>
          <ac:grpSpMkLst>
            <pc:docMk/>
            <pc:sldMk cId="4094989260" sldId="263"/>
            <ac:grpSpMk id="20" creationId="{5614C7C0-FA1D-4105-8345-1DF76F9870A8}"/>
          </ac:grpSpMkLst>
        </pc:grpChg>
        <pc:picChg chg="mod">
          <ac:chgData name="Jiří Rojek" userId="S::it2120@sspu-opava.cz::d17efeb8-7802-43bf-ba97-fd5fddabc2dd" providerId="AD" clId="Web-{27AFEB00-7454-0297-CEE4-24150BB2A117}" dt="2024-10-12T19:00:12.205" v="331"/>
          <ac:picMkLst>
            <pc:docMk/>
            <pc:sldMk cId="4094989260" sldId="263"/>
            <ac:picMk id="4" creationId="{86253EED-9B14-0F5B-61CF-28CD1229A700}"/>
          </ac:picMkLst>
        </pc:picChg>
        <pc:cxnChg chg="add del">
          <ac:chgData name="Jiří Rojek" userId="S::it2120@sspu-opava.cz::d17efeb8-7802-43bf-ba97-fd5fddabc2dd" providerId="AD" clId="Web-{27AFEB00-7454-0297-CEE4-24150BB2A117}" dt="2024-10-12T19:00:08.768" v="328"/>
          <ac:cxnSpMkLst>
            <pc:docMk/>
            <pc:sldMk cId="4094989260" sldId="263"/>
            <ac:cxnSpMk id="13" creationId="{C49DA8F6-BCC1-4447-B54C-57856834B94B}"/>
          </ac:cxnSpMkLst>
        </pc:cxnChg>
        <pc:cxnChg chg="add del">
          <ac:chgData name="Jiří Rojek" userId="S::it2120@sspu-opava.cz::d17efeb8-7802-43bf-ba97-fd5fddabc2dd" providerId="AD" clId="Web-{27AFEB00-7454-0297-CEE4-24150BB2A117}" dt="2024-10-12T19:00:12.205" v="330"/>
          <ac:cxnSpMkLst>
            <pc:docMk/>
            <pc:sldMk cId="4094989260" sldId="263"/>
            <ac:cxnSpMk id="19" creationId="{C49DA8F6-BCC1-4447-B54C-57856834B94B}"/>
          </ac:cxnSpMkLst>
        </pc:cxnChg>
      </pc:sldChg>
      <pc:sldChg chg="addSp modSp mod setBg">
        <pc:chgData name="Jiří Rojek" userId="S::it2120@sspu-opava.cz::d17efeb8-7802-43bf-ba97-fd5fddabc2dd" providerId="AD" clId="Web-{27AFEB00-7454-0297-CEE4-24150BB2A117}" dt="2024-10-12T19:13:34.050" v="458" actId="20577"/>
        <pc:sldMkLst>
          <pc:docMk/>
          <pc:sldMk cId="3252978786" sldId="265"/>
        </pc:sldMkLst>
        <pc:spChg chg="mod">
          <ac:chgData name="Jiří Rojek" userId="S::it2120@sspu-opava.cz::d17efeb8-7802-43bf-ba97-fd5fddabc2dd" providerId="AD" clId="Web-{27AFEB00-7454-0297-CEE4-24150BB2A117}" dt="2024-10-12T19:12:49.908" v="441" actId="1076"/>
          <ac:spMkLst>
            <pc:docMk/>
            <pc:sldMk cId="3252978786" sldId="265"/>
            <ac:spMk id="2" creationId="{C37C7411-4012-A701-407B-0E6FBE2B2D27}"/>
          </ac:spMkLst>
        </pc:spChg>
        <pc:spChg chg="mod ord">
          <ac:chgData name="Jiří Rojek" userId="S::it2120@sspu-opava.cz::d17efeb8-7802-43bf-ba97-fd5fddabc2dd" providerId="AD" clId="Web-{27AFEB00-7454-0297-CEE4-24150BB2A117}" dt="2024-10-12T19:13:34.050" v="458" actId="20577"/>
          <ac:spMkLst>
            <pc:docMk/>
            <pc:sldMk cId="3252978786" sldId="265"/>
            <ac:spMk id="3" creationId="{C8FEF4F3-F86B-F124-8DB2-B7C397A431B7}"/>
          </ac:spMkLst>
        </pc:spChg>
        <pc:spChg chg="add">
          <ac:chgData name="Jiří Rojek" userId="S::it2120@sspu-opava.cz::d17efeb8-7802-43bf-ba97-fd5fddabc2dd" providerId="AD" clId="Web-{27AFEB00-7454-0297-CEE4-24150BB2A117}" dt="2024-10-12T18:59:56.783" v="326"/>
          <ac:spMkLst>
            <pc:docMk/>
            <pc:sldMk cId="3252978786" sldId="265"/>
            <ac:spMk id="9" creationId="{A2679492-7988-4050-9056-542444452411}"/>
          </ac:spMkLst>
        </pc:spChg>
        <pc:spChg chg="add">
          <ac:chgData name="Jiří Rojek" userId="S::it2120@sspu-opava.cz::d17efeb8-7802-43bf-ba97-fd5fddabc2dd" providerId="AD" clId="Web-{27AFEB00-7454-0297-CEE4-24150BB2A117}" dt="2024-10-12T18:59:56.783" v="326"/>
          <ac:spMkLst>
            <pc:docMk/>
            <pc:sldMk cId="3252978786" sldId="265"/>
            <ac:spMk id="11" creationId="{B091B163-7D61-4891-ABCF-5C13D9C418D0}"/>
          </ac:spMkLst>
        </pc:spChg>
        <pc:picChg chg="mod">
          <ac:chgData name="Jiří Rojek" userId="S::it2120@sspu-opava.cz::d17efeb8-7802-43bf-ba97-fd5fddabc2dd" providerId="AD" clId="Web-{27AFEB00-7454-0297-CEE4-24150BB2A117}" dt="2024-10-12T18:59:56.783" v="326"/>
          <ac:picMkLst>
            <pc:docMk/>
            <pc:sldMk cId="3252978786" sldId="265"/>
            <ac:picMk id="4" creationId="{87B64FFF-AFB3-0C2A-E123-E1C6898E13F1}"/>
          </ac:picMkLst>
        </pc:picChg>
        <pc:cxnChg chg="add">
          <ac:chgData name="Jiří Rojek" userId="S::it2120@sspu-opava.cz::d17efeb8-7802-43bf-ba97-fd5fddabc2dd" providerId="AD" clId="Web-{27AFEB00-7454-0297-CEE4-24150BB2A117}" dt="2024-10-12T18:59:56.783" v="326"/>
          <ac:cxnSpMkLst>
            <pc:docMk/>
            <pc:sldMk cId="3252978786" sldId="265"/>
            <ac:cxnSpMk id="13" creationId="{C49DA8F6-BCC1-4447-B54C-57856834B94B}"/>
          </ac:cxnSpMkLst>
        </pc:cxnChg>
      </pc:sldChg>
      <pc:sldChg chg="addSp modSp new mod setBg">
        <pc:chgData name="Jiří Rojek" userId="S::it2120@sspu-opava.cz::d17efeb8-7802-43bf-ba97-fd5fddabc2dd" providerId="AD" clId="Web-{27AFEB00-7454-0297-CEE4-24150BB2A117}" dt="2024-10-12T19:15:08.685" v="467" actId="20577"/>
        <pc:sldMkLst>
          <pc:docMk/>
          <pc:sldMk cId="651640260" sldId="266"/>
        </pc:sldMkLst>
        <pc:spChg chg="mod">
          <ac:chgData name="Jiří Rojek" userId="S::it2120@sspu-opava.cz::d17efeb8-7802-43bf-ba97-fd5fddabc2dd" providerId="AD" clId="Web-{27AFEB00-7454-0297-CEE4-24150BB2A117}" dt="2024-10-12T19:00:43.644" v="332"/>
          <ac:spMkLst>
            <pc:docMk/>
            <pc:sldMk cId="651640260" sldId="266"/>
            <ac:spMk id="2" creationId="{63F89529-18CC-12A8-D31D-8AEA1E2B911A}"/>
          </ac:spMkLst>
        </pc:spChg>
        <pc:spChg chg="mod ord">
          <ac:chgData name="Jiří Rojek" userId="S::it2120@sspu-opava.cz::d17efeb8-7802-43bf-ba97-fd5fddabc2dd" providerId="AD" clId="Web-{27AFEB00-7454-0297-CEE4-24150BB2A117}" dt="2024-10-12T19:15:08.685" v="467" actId="20577"/>
          <ac:spMkLst>
            <pc:docMk/>
            <pc:sldMk cId="651640260" sldId="266"/>
            <ac:spMk id="3" creationId="{D71FFF71-34F1-0DD7-EE7F-6B13D13E59AE}"/>
          </ac:spMkLst>
        </pc:spChg>
        <pc:spChg chg="add">
          <ac:chgData name="Jiří Rojek" userId="S::it2120@sspu-opava.cz::d17efeb8-7802-43bf-ba97-fd5fddabc2dd" providerId="AD" clId="Web-{27AFEB00-7454-0297-CEE4-24150BB2A117}" dt="2024-10-12T19:00:43.644" v="332"/>
          <ac:spMkLst>
            <pc:docMk/>
            <pc:sldMk cId="651640260" sldId="266"/>
            <ac:spMk id="10" creationId="{A2679492-7988-4050-9056-542444452411}"/>
          </ac:spMkLst>
        </pc:spChg>
        <pc:spChg chg="add">
          <ac:chgData name="Jiří Rojek" userId="S::it2120@sspu-opava.cz::d17efeb8-7802-43bf-ba97-fd5fddabc2dd" providerId="AD" clId="Web-{27AFEB00-7454-0297-CEE4-24150BB2A117}" dt="2024-10-12T19:00:43.644" v="332"/>
          <ac:spMkLst>
            <pc:docMk/>
            <pc:sldMk cId="651640260" sldId="266"/>
            <ac:spMk id="12" creationId="{B091B163-7D61-4891-ABCF-5C13D9C418D0}"/>
          </ac:spMkLst>
        </pc:spChg>
        <pc:picChg chg="add mod ord">
          <ac:chgData name="Jiří Rojek" userId="S::it2120@sspu-opava.cz::d17efeb8-7802-43bf-ba97-fd5fddabc2dd" providerId="AD" clId="Web-{27AFEB00-7454-0297-CEE4-24150BB2A117}" dt="2024-10-12T19:00:43.644" v="332"/>
          <ac:picMkLst>
            <pc:docMk/>
            <pc:sldMk cId="651640260" sldId="266"/>
            <ac:picMk id="4" creationId="{68EFA585-5B02-3AD0-A612-D64792D95247}"/>
          </ac:picMkLst>
        </pc:picChg>
        <pc:picChg chg="add mod">
          <ac:chgData name="Jiří Rojek" userId="S::it2120@sspu-opava.cz::d17efeb8-7802-43bf-ba97-fd5fddabc2dd" providerId="AD" clId="Web-{27AFEB00-7454-0297-CEE4-24150BB2A117}" dt="2024-10-12T19:00:43.644" v="332"/>
          <ac:picMkLst>
            <pc:docMk/>
            <pc:sldMk cId="651640260" sldId="266"/>
            <ac:picMk id="5" creationId="{B3791B8C-CEED-3F78-F493-18F0039004A8}"/>
          </ac:picMkLst>
        </pc:picChg>
        <pc:cxnChg chg="add">
          <ac:chgData name="Jiří Rojek" userId="S::it2120@sspu-opava.cz::d17efeb8-7802-43bf-ba97-fd5fddabc2dd" providerId="AD" clId="Web-{27AFEB00-7454-0297-CEE4-24150BB2A117}" dt="2024-10-12T19:00:43.644" v="332"/>
          <ac:cxnSpMkLst>
            <pc:docMk/>
            <pc:sldMk cId="651640260" sldId="266"/>
            <ac:cxnSpMk id="14" creationId="{C49DA8F6-BCC1-4447-B54C-57856834B94B}"/>
          </ac:cxnSpMkLst>
        </pc:cxnChg>
      </pc:sldChg>
      <pc:sldChg chg="addSp delSp modSp mod setBg">
        <pc:chgData name="Jiří Rojek" userId="S::it2120@sspu-opava.cz::d17efeb8-7802-43bf-ba97-fd5fddabc2dd" providerId="AD" clId="Web-{27AFEB00-7454-0297-CEE4-24150BB2A117}" dt="2024-10-12T19:03:00.290" v="359"/>
        <pc:sldMkLst>
          <pc:docMk/>
          <pc:sldMk cId="2515971581" sldId="267"/>
        </pc:sldMkLst>
        <pc:spChg chg="mo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2" creationId="{F5155C64-C169-4FC2-B327-D5E5D658F7D2}"/>
          </ac:spMkLst>
        </pc:spChg>
        <pc:spChg chg="mo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9" creationId="{6CFA72AE-FF69-B66E-2CD6-770131C40C0D}"/>
          </ac:spMkLst>
        </pc:spChg>
        <pc:spChg chg="ad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14" creationId="{058A14AF-9FB5-4CC7-BA35-E8E85D3EDF0E}"/>
          </ac:spMkLst>
        </pc:spChg>
        <pc:spChg chg="ad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15" creationId="{3A9A4357-BD1D-4622-A4FE-766E6AB8DE84}"/>
          </ac:spMkLst>
        </pc:spChg>
        <pc:spChg chg="ad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16" creationId="{E659831F-0D9A-4C63-9EBB-8435B85A440F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23.289" v="352"/>
          <ac:spMkLst>
            <pc:docMk/>
            <pc:sldMk cId="2515971581" sldId="267"/>
            <ac:spMk id="17" creationId="{04812C46-200A-4DEB-A05E-3ED6C68C2387}"/>
          </ac:spMkLst>
        </pc:spChg>
        <pc:spChg chg="add">
          <ac:chgData name="Jiří Rojek" userId="S::it2120@sspu-opava.cz::d17efeb8-7802-43bf-ba97-fd5fddabc2dd" providerId="AD" clId="Web-{27AFEB00-7454-0297-CEE4-24150BB2A117}" dt="2024-10-12T19:03:00.290" v="359"/>
          <ac:spMkLst>
            <pc:docMk/>
            <pc:sldMk cId="2515971581" sldId="267"/>
            <ac:spMk id="18" creationId="{E6995CE5-F890-4ABA-82A2-26507CE8D2A3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23.289" v="352"/>
          <ac:spMkLst>
            <pc:docMk/>
            <pc:sldMk cId="2515971581" sldId="267"/>
            <ac:spMk id="19" creationId="{D1EA859B-E555-4109-94F3-6700E046E008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53.790" v="358"/>
          <ac:spMkLst>
            <pc:docMk/>
            <pc:sldMk cId="2515971581" sldId="267"/>
            <ac:spMk id="21" creationId="{E659831F-0D9A-4C63-9EBB-8435B85A440F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53.790" v="358"/>
          <ac:spMkLst>
            <pc:docMk/>
            <pc:sldMk cId="2515971581" sldId="267"/>
            <ac:spMk id="22" creationId="{058A14AF-9FB5-4CC7-BA35-E8E85D3EDF0E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53.790" v="358"/>
          <ac:spMkLst>
            <pc:docMk/>
            <pc:sldMk cId="2515971581" sldId="267"/>
            <ac:spMk id="23" creationId="{E6995CE5-F890-4ABA-82A2-26507CE8D2A3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2:53.790" v="358"/>
          <ac:spMkLst>
            <pc:docMk/>
            <pc:sldMk cId="2515971581" sldId="267"/>
            <ac:spMk id="24" creationId="{3A9A4357-BD1D-4622-A4FE-766E6AB8DE84}"/>
          </ac:spMkLst>
        </pc:spChg>
        <pc:picChg chg="mod ord">
          <ac:chgData name="Jiří Rojek" userId="S::it2120@sspu-opava.cz::d17efeb8-7802-43bf-ba97-fd5fddabc2dd" providerId="AD" clId="Web-{27AFEB00-7454-0297-CEE4-24150BB2A117}" dt="2024-10-12T19:03:00.290" v="359"/>
          <ac:picMkLst>
            <pc:docMk/>
            <pc:sldMk cId="2515971581" sldId="267"/>
            <ac:picMk id="12" creationId="{9AC9B883-7F45-1896-A745-CA3035CECFF4}"/>
          </ac:picMkLst>
        </pc:picChg>
      </pc:sldChg>
      <pc:sldChg chg="addSp delSp modSp new mod setBg">
        <pc:chgData name="Jiří Rojek" userId="S::it2120@sspu-opava.cz::d17efeb8-7802-43bf-ba97-fd5fddabc2dd" providerId="AD" clId="Web-{27AFEB00-7454-0297-CEE4-24150BB2A117}" dt="2024-10-12T19:02:00.928" v="350" actId="14100"/>
        <pc:sldMkLst>
          <pc:docMk/>
          <pc:sldMk cId="3734671462" sldId="268"/>
        </pc:sldMkLst>
        <pc:spChg chg="add mod ord">
          <ac:chgData name="Jiří Rojek" userId="S::it2120@sspu-opava.cz::d17efeb8-7802-43bf-ba97-fd5fddabc2dd" providerId="AD" clId="Web-{27AFEB00-7454-0297-CEE4-24150BB2A117}" dt="2024-10-12T19:02:00.928" v="350" actId="14100"/>
          <ac:spMkLst>
            <pc:docMk/>
            <pc:sldMk cId="3734671462" sldId="268"/>
            <ac:spMk id="5" creationId="{D229042C-A842-7AE8-6292-C6D0D1E103EE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7"/>
          <ac:spMkLst>
            <pc:docMk/>
            <pc:sldMk cId="3734671462" sldId="268"/>
            <ac:spMk id="11" creationId="{2EB492CD-616E-47F8-933B-5E2D952A0593}"/>
          </ac:spMkLst>
        </pc:spChg>
        <pc:spChg chg="add del">
          <ac:chgData name="Jiří Rojek" userId="S::it2120@sspu-opava.cz::d17efeb8-7802-43bf-ba97-fd5fddabc2dd" providerId="AD" clId="Web-{27AFEB00-7454-0297-CEE4-24150BB2A117}" dt="2024-10-12T18:51:14.242" v="259"/>
          <ac:spMkLst>
            <pc:docMk/>
            <pc:sldMk cId="3734671462" sldId="268"/>
            <ac:spMk id="13" creationId="{59383CF9-23B5-4335-9B21-1791C4CF1C75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7"/>
          <ac:spMkLst>
            <pc:docMk/>
            <pc:sldMk cId="3734671462" sldId="268"/>
            <ac:spMk id="15" creationId="{0007FE00-9498-4706-B255-6437B0252C02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57.207" v="334"/>
          <ac:spMkLst>
            <pc:docMk/>
            <pc:sldMk cId="3734671462" sldId="268"/>
            <ac:spMk id="20" creationId="{7B831B6F-405A-4B47-B9BB-5CA88F285844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0:57.207" v="334"/>
          <ac:spMkLst>
            <pc:docMk/>
            <pc:sldMk cId="3734671462" sldId="268"/>
            <ac:spMk id="22" creationId="{953EE71A-6488-4203-A7C4-77102FD0DCCA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6"/>
          <ac:spMkLst>
            <pc:docMk/>
            <pc:sldMk cId="3734671462" sldId="268"/>
            <ac:spMk id="24" creationId="{2C1BBA94-3F40-40AA-8BB9-E69E25E537C1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6"/>
          <ac:spMkLst>
            <pc:docMk/>
            <pc:sldMk cId="3734671462" sldId="268"/>
            <ac:spMk id="25" creationId="{9A724DBA-D2D9-471E-8ED7-2015DDD950DF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6"/>
          <ac:spMkLst>
            <pc:docMk/>
            <pc:sldMk cId="3734671462" sldId="268"/>
            <ac:spMk id="26" creationId="{169CC832-2974-4E8D-90ED-3E2941BA7336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6"/>
          <ac:spMkLst>
            <pc:docMk/>
            <pc:sldMk cId="3734671462" sldId="268"/>
            <ac:spMk id="27" creationId="{08980754-6F4B-43C9-B9BE-127B6BED6586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00.317" v="336"/>
          <ac:spMkLst>
            <pc:docMk/>
            <pc:sldMk cId="3734671462" sldId="268"/>
            <ac:spMk id="28" creationId="{55222F96-971A-4F90-B841-6BAB416C7AC1}"/>
          </ac:spMkLst>
        </pc:spChg>
        <pc:spChg chg="add">
          <ac:chgData name="Jiří Rojek" userId="S::it2120@sspu-opava.cz::d17efeb8-7802-43bf-ba97-fd5fddabc2dd" providerId="AD" clId="Web-{27AFEB00-7454-0297-CEE4-24150BB2A117}" dt="2024-10-12T19:01:00.317" v="337"/>
          <ac:spMkLst>
            <pc:docMk/>
            <pc:sldMk cId="3734671462" sldId="268"/>
            <ac:spMk id="30" creationId="{2EB492CD-616E-47F8-933B-5E2D952A0593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1:55.584" v="349"/>
          <ac:spMkLst>
            <pc:docMk/>
            <pc:sldMk cId="3734671462" sldId="268"/>
            <ac:spMk id="31" creationId="{59383CF9-23B5-4335-9B21-1791C4CF1C75}"/>
          </ac:spMkLst>
        </pc:spChg>
        <pc:spChg chg="add">
          <ac:chgData name="Jiří Rojek" userId="S::it2120@sspu-opava.cz::d17efeb8-7802-43bf-ba97-fd5fddabc2dd" providerId="AD" clId="Web-{27AFEB00-7454-0297-CEE4-24150BB2A117}" dt="2024-10-12T19:01:00.317" v="337"/>
          <ac:spMkLst>
            <pc:docMk/>
            <pc:sldMk cId="3734671462" sldId="268"/>
            <ac:spMk id="32" creationId="{0007FE00-9498-4706-B255-6437B0252C02}"/>
          </ac:spMkLst>
        </pc:spChg>
        <pc:graphicFrameChg chg="add del">
          <ac:chgData name="Jiří Rojek" userId="S::it2120@sspu-opava.cz::d17efeb8-7802-43bf-ba97-fd5fddabc2dd" providerId="AD" clId="Web-{27AFEB00-7454-0297-CEE4-24150BB2A117}" dt="2024-10-12T18:40:35.294" v="43"/>
          <ac:graphicFrameMkLst>
            <pc:docMk/>
            <pc:sldMk cId="3734671462" sldId="268"/>
            <ac:graphicFrameMk id="2" creationId="{A37CD1AE-D7EF-7785-8878-1E0C06675585}"/>
          </ac:graphicFrameMkLst>
        </pc:graphicFrameChg>
        <pc:graphicFrameChg chg="add del">
          <ac:chgData name="Jiří Rojek" userId="S::it2120@sspu-opava.cz::d17efeb8-7802-43bf-ba97-fd5fddabc2dd" providerId="AD" clId="Web-{27AFEB00-7454-0297-CEE4-24150BB2A117}" dt="2024-10-12T18:41:09.326" v="45"/>
          <ac:graphicFrameMkLst>
            <pc:docMk/>
            <pc:sldMk cId="3734671462" sldId="268"/>
            <ac:graphicFrameMk id="3" creationId="{A725810B-F513-43D7-BB7D-083CE16F2C51}"/>
          </ac:graphicFrameMkLst>
        </pc:graphicFrameChg>
        <pc:graphicFrameChg chg="add del mod modGraphic">
          <ac:chgData name="Jiří Rojek" userId="S::it2120@sspu-opava.cz::d17efeb8-7802-43bf-ba97-fd5fddabc2dd" providerId="AD" clId="Web-{27AFEB00-7454-0297-CEE4-24150BB2A117}" dt="2024-10-12T18:45:03.633" v="167"/>
          <ac:graphicFrameMkLst>
            <pc:docMk/>
            <pc:sldMk cId="3734671462" sldId="268"/>
            <ac:graphicFrameMk id="4" creationId="{06B677B9-1AE6-1329-6EF1-ABCF0F2FBE62}"/>
          </ac:graphicFrameMkLst>
        </pc:graphicFrameChg>
        <pc:picChg chg="add mod">
          <ac:chgData name="Jiří Rojek" userId="S::it2120@sspu-opava.cz::d17efeb8-7802-43bf-ba97-fd5fddabc2dd" providerId="AD" clId="Web-{27AFEB00-7454-0297-CEE4-24150BB2A117}" dt="2024-10-12T19:01:38.349" v="346" actId="1076"/>
          <ac:picMkLst>
            <pc:docMk/>
            <pc:sldMk cId="3734671462" sldId="268"/>
            <ac:picMk id="6" creationId="{64D38FE3-AAA1-6009-AFB6-428E62741400}"/>
          </ac:picMkLst>
        </pc:picChg>
      </pc:sldChg>
      <pc:sldChg chg="addSp delSp modSp mod setBg">
        <pc:chgData name="Jiří Rojek" userId="S::it2120@sspu-opava.cz::d17efeb8-7802-43bf-ba97-fd5fddabc2dd" providerId="AD" clId="Web-{27AFEB00-7454-0297-CEE4-24150BB2A117}" dt="2024-10-12T19:03:47.870" v="371"/>
        <pc:sldMkLst>
          <pc:docMk/>
          <pc:sldMk cId="2313824943" sldId="269"/>
        </pc:sldMkLst>
        <pc:spChg chg="mod ord">
          <ac:chgData name="Jiří Rojek" userId="S::it2120@sspu-opava.cz::d17efeb8-7802-43bf-ba97-fd5fddabc2dd" providerId="AD" clId="Web-{27AFEB00-7454-0297-CEE4-24150BB2A117}" dt="2024-10-12T19:03:47.870" v="371"/>
          <ac:spMkLst>
            <pc:docMk/>
            <pc:sldMk cId="2313824943" sldId="269"/>
            <ac:spMk id="3" creationId="{B7E4C3BA-1FC8-F9BC-E59C-B9CE7DE0029A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0.979" v="366"/>
          <ac:spMkLst>
            <pc:docMk/>
            <pc:sldMk cId="2313824943" sldId="269"/>
            <ac:spMk id="9" creationId="{058A14AF-9FB5-4CC7-BA35-E8E85D3EDF0E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0.979" v="366"/>
          <ac:spMkLst>
            <pc:docMk/>
            <pc:sldMk cId="2313824943" sldId="269"/>
            <ac:spMk id="11" creationId="{3A9A4357-BD1D-4622-A4FE-766E6AB8DE84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0.979" v="366"/>
          <ac:spMkLst>
            <pc:docMk/>
            <pc:sldMk cId="2313824943" sldId="269"/>
            <ac:spMk id="13" creationId="{E659831F-0D9A-4C63-9EBB-8435B85A440F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0.979" v="366"/>
          <ac:spMkLst>
            <pc:docMk/>
            <pc:sldMk cId="2313824943" sldId="269"/>
            <ac:spMk id="15" creationId="{E6995CE5-F890-4ABA-82A2-26507CE8D2A3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5.683" v="368"/>
          <ac:spMkLst>
            <pc:docMk/>
            <pc:sldMk cId="2313824943" sldId="269"/>
            <ac:spMk id="17" creationId="{A2679492-7988-4050-9056-542444452411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5.683" v="368"/>
          <ac:spMkLst>
            <pc:docMk/>
            <pc:sldMk cId="2313824943" sldId="269"/>
            <ac:spMk id="18" creationId="{B091B163-7D61-4891-ABCF-5C13D9C418D0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7.855" v="370"/>
          <ac:spMkLst>
            <pc:docMk/>
            <pc:sldMk cId="2313824943" sldId="269"/>
            <ac:spMk id="21" creationId="{45D37F4E-DDB4-456B-97E0-9937730A039F}"/>
          </ac:spMkLst>
        </pc:spChg>
        <pc:spChg chg="add del">
          <ac:chgData name="Jiří Rojek" userId="S::it2120@sspu-opava.cz::d17efeb8-7802-43bf-ba97-fd5fddabc2dd" providerId="AD" clId="Web-{27AFEB00-7454-0297-CEE4-24150BB2A117}" dt="2024-10-12T19:03:47.855" v="370"/>
          <ac:spMkLst>
            <pc:docMk/>
            <pc:sldMk cId="2313824943" sldId="269"/>
            <ac:spMk id="22" creationId="{B2DD41CD-8F47-4F56-AD12-4E2FF7696987}"/>
          </ac:spMkLst>
        </pc:spChg>
        <pc:spChg chg="add">
          <ac:chgData name="Jiří Rojek" userId="S::it2120@sspu-opava.cz::d17efeb8-7802-43bf-ba97-fd5fddabc2dd" providerId="AD" clId="Web-{27AFEB00-7454-0297-CEE4-24150BB2A117}" dt="2024-10-12T19:03:47.870" v="371"/>
          <ac:spMkLst>
            <pc:docMk/>
            <pc:sldMk cId="2313824943" sldId="269"/>
            <ac:spMk id="24" creationId="{2EB492CD-616E-47F8-933B-5E2D952A0593}"/>
          </ac:spMkLst>
        </pc:spChg>
        <pc:spChg chg="add">
          <ac:chgData name="Jiří Rojek" userId="S::it2120@sspu-opava.cz::d17efeb8-7802-43bf-ba97-fd5fddabc2dd" providerId="AD" clId="Web-{27AFEB00-7454-0297-CEE4-24150BB2A117}" dt="2024-10-12T19:03:47.870" v="371"/>
          <ac:spMkLst>
            <pc:docMk/>
            <pc:sldMk cId="2313824943" sldId="269"/>
            <ac:spMk id="25" creationId="{59383CF9-23B5-4335-9B21-1791C4CF1C75}"/>
          </ac:spMkLst>
        </pc:spChg>
        <pc:spChg chg="add">
          <ac:chgData name="Jiří Rojek" userId="S::it2120@sspu-opava.cz::d17efeb8-7802-43bf-ba97-fd5fddabc2dd" providerId="AD" clId="Web-{27AFEB00-7454-0297-CEE4-24150BB2A117}" dt="2024-10-12T19:03:47.870" v="371"/>
          <ac:spMkLst>
            <pc:docMk/>
            <pc:sldMk cId="2313824943" sldId="269"/>
            <ac:spMk id="26" creationId="{0007FE00-9498-4706-B255-6437B0252C02}"/>
          </ac:spMkLst>
        </pc:spChg>
        <pc:picChg chg="mod">
          <ac:chgData name="Jiří Rojek" userId="S::it2120@sspu-opava.cz::d17efeb8-7802-43bf-ba97-fd5fddabc2dd" providerId="AD" clId="Web-{27AFEB00-7454-0297-CEE4-24150BB2A117}" dt="2024-10-12T19:03:47.870" v="371"/>
          <ac:picMkLst>
            <pc:docMk/>
            <pc:sldMk cId="2313824943" sldId="269"/>
            <ac:picMk id="4" creationId="{8ECECA36-4B4E-BF92-9531-7CCB9DDCF41D}"/>
          </ac:picMkLst>
        </pc:picChg>
        <pc:cxnChg chg="add del">
          <ac:chgData name="Jiří Rojek" userId="S::it2120@sspu-opava.cz::d17efeb8-7802-43bf-ba97-fd5fddabc2dd" providerId="AD" clId="Web-{27AFEB00-7454-0297-CEE4-24150BB2A117}" dt="2024-10-12T19:03:45.683" v="368"/>
          <ac:cxnSpMkLst>
            <pc:docMk/>
            <pc:sldMk cId="2313824943" sldId="269"/>
            <ac:cxnSpMk id="19" creationId="{C49DA8F6-BCC1-4447-B54C-57856834B94B}"/>
          </ac:cxnSpMkLst>
        </pc:cxnChg>
      </pc:sldChg>
    </pc:docChg>
  </pc:docChgLst>
  <pc:docChgLst>
    <pc:chgData name="Jiří Rojek" userId="S::it2120@sspu-opava.cz::d17efeb8-7802-43bf-ba97-fd5fddabc2dd" providerId="AD" clId="Web-{4A1F2DA8-E440-25ED-0989-159F47FA1911}"/>
    <pc:docChg chg="addSld delSld modSld">
      <pc:chgData name="Jiří Rojek" userId="S::it2120@sspu-opava.cz::d17efeb8-7802-43bf-ba97-fd5fddabc2dd" providerId="AD" clId="Web-{4A1F2DA8-E440-25ED-0989-159F47FA1911}" dt="2024-10-12T18:28:43.589" v="214" actId="14100"/>
      <pc:docMkLst>
        <pc:docMk/>
      </pc:docMkLst>
      <pc:sldChg chg="modSp">
        <pc:chgData name="Jiří Rojek" userId="S::it2120@sspu-opava.cz::d17efeb8-7802-43bf-ba97-fd5fddabc2dd" providerId="AD" clId="Web-{4A1F2DA8-E440-25ED-0989-159F47FA1911}" dt="2024-10-12T17:47:26.240" v="26" actId="20577"/>
        <pc:sldMkLst>
          <pc:docMk/>
          <pc:sldMk cId="3799523001" sldId="256"/>
        </pc:sldMkLst>
        <pc:spChg chg="mod">
          <ac:chgData name="Jiří Rojek" userId="S::it2120@sspu-opava.cz::d17efeb8-7802-43bf-ba97-fd5fddabc2dd" providerId="AD" clId="Web-{4A1F2DA8-E440-25ED-0989-159F47FA1911}" dt="2024-10-12T17:47:26.240" v="26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addSp modSp">
        <pc:chgData name="Jiří Rojek" userId="S::it2120@sspu-opava.cz::d17efeb8-7802-43bf-ba97-fd5fddabc2dd" providerId="AD" clId="Web-{4A1F2DA8-E440-25ED-0989-159F47FA1911}" dt="2024-10-12T17:42:58.634" v="20" actId="14100"/>
        <pc:sldMkLst>
          <pc:docMk/>
          <pc:sldMk cId="4038564773" sldId="257"/>
        </pc:sldMkLst>
        <pc:picChg chg="add mod">
          <ac:chgData name="Jiří Rojek" userId="S::it2120@sspu-opava.cz::d17efeb8-7802-43bf-ba97-fd5fddabc2dd" providerId="AD" clId="Web-{4A1F2DA8-E440-25ED-0989-159F47FA1911}" dt="2024-10-12T17:42:46.118" v="16" actId="1076"/>
          <ac:picMkLst>
            <pc:docMk/>
            <pc:sldMk cId="4038564773" sldId="257"/>
            <ac:picMk id="4" creationId="{BAD078FE-1906-B28A-8ADA-EEE20C14A472}"/>
          </ac:picMkLst>
        </pc:picChg>
        <pc:picChg chg="add mod">
          <ac:chgData name="Jiří Rojek" userId="S::it2120@sspu-opava.cz::d17efeb8-7802-43bf-ba97-fd5fddabc2dd" providerId="AD" clId="Web-{4A1F2DA8-E440-25ED-0989-159F47FA1911}" dt="2024-10-12T17:42:58.634" v="20" actId="14100"/>
          <ac:picMkLst>
            <pc:docMk/>
            <pc:sldMk cId="4038564773" sldId="257"/>
            <ac:picMk id="6" creationId="{C7E53561-04CF-5F12-4707-1565AA4AF2D3}"/>
          </ac:picMkLst>
        </pc:picChg>
      </pc:sldChg>
      <pc:sldChg chg="modSp new del">
        <pc:chgData name="Jiří Rojek" userId="S::it2120@sspu-opava.cz::d17efeb8-7802-43bf-ba97-fd5fddabc2dd" providerId="AD" clId="Web-{4A1F2DA8-E440-25ED-0989-159F47FA1911}" dt="2024-10-12T17:42:30.773" v="13"/>
        <pc:sldMkLst>
          <pc:docMk/>
          <pc:sldMk cId="1496189398" sldId="258"/>
        </pc:sldMkLst>
        <pc:spChg chg="mod">
          <ac:chgData name="Jiří Rojek" userId="S::it2120@sspu-opava.cz::d17efeb8-7802-43bf-ba97-fd5fddabc2dd" providerId="AD" clId="Web-{4A1F2DA8-E440-25ED-0989-159F47FA1911}" dt="2024-10-12T17:39:45.983" v="7" actId="20577"/>
          <ac:spMkLst>
            <pc:docMk/>
            <pc:sldMk cId="1496189398" sldId="258"/>
            <ac:spMk id="2" creationId="{178A5735-3487-1675-9990-719B7CC56336}"/>
          </ac:spMkLst>
        </pc:spChg>
        <pc:spChg chg="mod">
          <ac:chgData name="Jiří Rojek" userId="S::it2120@sspu-opava.cz::d17efeb8-7802-43bf-ba97-fd5fddabc2dd" providerId="AD" clId="Web-{4A1F2DA8-E440-25ED-0989-159F47FA1911}" dt="2024-10-12T17:40:11.095" v="12" actId="14100"/>
          <ac:spMkLst>
            <pc:docMk/>
            <pc:sldMk cId="1496189398" sldId="258"/>
            <ac:spMk id="3" creationId="{19B9DEB6-FDD4-7882-4A06-4B1E8A140231}"/>
          </ac:spMkLst>
        </pc:spChg>
      </pc:sldChg>
      <pc:sldChg chg="modSp">
        <pc:chgData name="Jiří Rojek" userId="S::it2120@sspu-opava.cz::d17efeb8-7802-43bf-ba97-fd5fddabc2dd" providerId="AD" clId="Web-{4A1F2DA8-E440-25ED-0989-159F47FA1911}" dt="2024-10-12T17:47:54.960" v="30" actId="20577"/>
        <pc:sldMkLst>
          <pc:docMk/>
          <pc:sldMk cId="2494386021" sldId="258"/>
        </pc:sldMkLst>
        <pc:spChg chg="mod">
          <ac:chgData name="Jiří Rojek" userId="S::it2120@sspu-opava.cz::d17efeb8-7802-43bf-ba97-fd5fddabc2dd" providerId="AD" clId="Web-{4A1F2DA8-E440-25ED-0989-159F47FA1911}" dt="2024-10-12T17:47:54.960" v="30" actId="20577"/>
          <ac:spMkLst>
            <pc:docMk/>
            <pc:sldMk cId="2494386021" sldId="258"/>
            <ac:spMk id="2" creationId="{631279A1-F9A6-52E2-A623-56EDEE500015}"/>
          </ac:spMkLst>
        </pc:spChg>
      </pc:sldChg>
      <pc:sldChg chg="addSp delSp modSp new">
        <pc:chgData name="Jiří Rojek" userId="S::it2120@sspu-opava.cz::d17efeb8-7802-43bf-ba97-fd5fddabc2dd" providerId="AD" clId="Web-{4A1F2DA8-E440-25ED-0989-159F47FA1911}" dt="2024-10-12T17:59:21.197" v="110"/>
        <pc:sldMkLst>
          <pc:docMk/>
          <pc:sldMk cId="3846966542" sldId="259"/>
        </pc:sldMkLst>
        <pc:spChg chg="mod">
          <ac:chgData name="Jiří Rojek" userId="S::it2120@sspu-opava.cz::d17efeb8-7802-43bf-ba97-fd5fddabc2dd" providerId="AD" clId="Web-{4A1F2DA8-E440-25ED-0989-159F47FA1911}" dt="2024-10-12T17:49:43.059" v="49" actId="20577"/>
          <ac:spMkLst>
            <pc:docMk/>
            <pc:sldMk cId="3846966542" sldId="259"/>
            <ac:spMk id="2" creationId="{8A78E3CC-672F-2CA5-CD74-93CD24FEE581}"/>
          </ac:spMkLst>
        </pc:spChg>
        <pc:spChg chg="add mod">
          <ac:chgData name="Jiří Rojek" userId="S::it2120@sspu-opava.cz::d17efeb8-7802-43bf-ba97-fd5fddabc2dd" providerId="AD" clId="Web-{4A1F2DA8-E440-25ED-0989-159F47FA1911}" dt="2024-10-12T17:56:10.798" v="95" actId="14100"/>
          <ac:spMkLst>
            <pc:docMk/>
            <pc:sldMk cId="3846966542" sldId="259"/>
            <ac:spMk id="3" creationId="{A5B98204-9884-27BB-7C34-D8EAD715B9C2}"/>
          </ac:spMkLst>
        </pc:spChg>
        <pc:spChg chg="add del mod">
          <ac:chgData name="Jiří Rojek" userId="S::it2120@sspu-opava.cz::d17efeb8-7802-43bf-ba97-fd5fddabc2dd" providerId="AD" clId="Web-{4A1F2DA8-E440-25ED-0989-159F47FA1911}" dt="2024-10-12T17:59:16.978" v="109"/>
          <ac:spMkLst>
            <pc:docMk/>
            <pc:sldMk cId="3846966542" sldId="259"/>
            <ac:spMk id="5" creationId="{431B6001-C8E0-A73F-F481-3A010395CF71}"/>
          </ac:spMkLst>
        </pc:spChg>
        <pc:picChg chg="add del mod">
          <ac:chgData name="Jiří Rojek" userId="S::it2120@sspu-opava.cz::d17efeb8-7802-43bf-ba97-fd5fddabc2dd" providerId="AD" clId="Web-{4A1F2DA8-E440-25ED-0989-159F47FA1911}" dt="2024-10-12T17:59:21.197" v="110"/>
          <ac:picMkLst>
            <pc:docMk/>
            <pc:sldMk cId="3846966542" sldId="259"/>
            <ac:picMk id="4" creationId="{A92A23DB-FBE4-C84B-E880-9B7363A61362}"/>
          </ac:picMkLst>
        </pc:picChg>
      </pc:sldChg>
      <pc:sldChg chg="addSp modSp new">
        <pc:chgData name="Jiří Rojek" userId="S::it2120@sspu-opava.cz::d17efeb8-7802-43bf-ba97-fd5fddabc2dd" providerId="AD" clId="Web-{4A1F2DA8-E440-25ED-0989-159F47FA1911}" dt="2024-10-12T18:10:00.179" v="165" actId="1076"/>
        <pc:sldMkLst>
          <pc:docMk/>
          <pc:sldMk cId="3918262837" sldId="260"/>
        </pc:sldMkLst>
        <pc:spChg chg="add mod">
          <ac:chgData name="Jiří Rojek" userId="S::it2120@sspu-opava.cz::d17efeb8-7802-43bf-ba97-fd5fddabc2dd" providerId="AD" clId="Web-{4A1F2DA8-E440-25ED-0989-159F47FA1911}" dt="2024-10-12T18:02:12.173" v="143" actId="20577"/>
          <ac:spMkLst>
            <pc:docMk/>
            <pc:sldMk cId="3918262837" sldId="260"/>
            <ac:spMk id="3" creationId="{C5461459-8A0E-1454-F927-D303A99542A0}"/>
          </ac:spMkLst>
        </pc:spChg>
        <pc:spChg chg="add mod">
          <ac:chgData name="Jiří Rojek" userId="S::it2120@sspu-opava.cz::d17efeb8-7802-43bf-ba97-fd5fddabc2dd" providerId="AD" clId="Web-{4A1F2DA8-E440-25ED-0989-159F47FA1911}" dt="2024-10-12T18:10:00.179" v="165" actId="1076"/>
          <ac:spMkLst>
            <pc:docMk/>
            <pc:sldMk cId="3918262837" sldId="260"/>
            <ac:spMk id="6" creationId="{B5607DA1-2D9D-3BF4-A90B-27F2DEDD8544}"/>
          </ac:spMkLst>
        </pc:spChg>
        <pc:picChg chg="add mod">
          <ac:chgData name="Jiří Rojek" userId="S::it2120@sspu-opava.cz::d17efeb8-7802-43bf-ba97-fd5fddabc2dd" providerId="AD" clId="Web-{4A1F2DA8-E440-25ED-0989-159F47FA1911}" dt="2024-10-12T18:08:31.331" v="151" actId="1076"/>
          <ac:picMkLst>
            <pc:docMk/>
            <pc:sldMk cId="3918262837" sldId="260"/>
            <ac:picMk id="4" creationId="{47D367D3-FCE5-2038-A5A7-E268180E55DA}"/>
          </ac:picMkLst>
        </pc:picChg>
        <pc:picChg chg="add mod">
          <ac:chgData name="Jiří Rojek" userId="S::it2120@sspu-opava.cz::d17efeb8-7802-43bf-ba97-fd5fddabc2dd" providerId="AD" clId="Web-{4A1F2DA8-E440-25ED-0989-159F47FA1911}" dt="2024-10-12T18:08:14.611" v="150" actId="1076"/>
          <ac:picMkLst>
            <pc:docMk/>
            <pc:sldMk cId="3918262837" sldId="260"/>
            <ac:picMk id="5" creationId="{4DD0237F-B5FE-7DF6-F48A-28F01C13D650}"/>
          </ac:picMkLst>
        </pc:picChg>
      </pc:sldChg>
      <pc:sldChg chg="addSp delSp modSp new">
        <pc:chgData name="Jiří Rojek" userId="S::it2120@sspu-opava.cz::d17efeb8-7802-43bf-ba97-fd5fddabc2dd" providerId="AD" clId="Web-{4A1F2DA8-E440-25ED-0989-159F47FA1911}" dt="2024-10-12T18:19:43.314" v="193" actId="1076"/>
        <pc:sldMkLst>
          <pc:docMk/>
          <pc:sldMk cId="2776750077" sldId="262"/>
        </pc:sldMkLst>
        <pc:spChg chg="mod">
          <ac:chgData name="Jiří Rojek" userId="S::it2120@sspu-opava.cz::d17efeb8-7802-43bf-ba97-fd5fddabc2dd" providerId="AD" clId="Web-{4A1F2DA8-E440-25ED-0989-159F47FA1911}" dt="2024-10-12T18:12:14.138" v="174" actId="14100"/>
          <ac:spMkLst>
            <pc:docMk/>
            <pc:sldMk cId="2776750077" sldId="262"/>
            <ac:spMk id="2" creationId="{21610373-F41C-24F5-0BA7-2C99ED13AF9E}"/>
          </ac:spMkLst>
        </pc:spChg>
        <pc:spChg chg="del">
          <ac:chgData name="Jiří Rojek" userId="S::it2120@sspu-opava.cz::d17efeb8-7802-43bf-ba97-fd5fddabc2dd" providerId="AD" clId="Web-{4A1F2DA8-E440-25ED-0989-159F47FA1911}" dt="2024-10-12T18:12:19.685" v="175"/>
          <ac:spMkLst>
            <pc:docMk/>
            <pc:sldMk cId="2776750077" sldId="262"/>
            <ac:spMk id="3" creationId="{A5BB2B7B-C089-A517-7F20-5EBE9F5E3428}"/>
          </ac:spMkLst>
        </pc:spChg>
        <pc:spChg chg="add mod">
          <ac:chgData name="Jiří Rojek" userId="S::it2120@sspu-opava.cz::d17efeb8-7802-43bf-ba97-fd5fddabc2dd" providerId="AD" clId="Web-{4A1F2DA8-E440-25ED-0989-159F47FA1911}" dt="2024-10-12T18:16:58.400" v="190" actId="14100"/>
          <ac:spMkLst>
            <pc:docMk/>
            <pc:sldMk cId="2776750077" sldId="262"/>
            <ac:spMk id="4" creationId="{C253D44B-C91E-AF27-3866-F51BAAB60789}"/>
          </ac:spMkLst>
        </pc:spChg>
        <pc:picChg chg="add mod">
          <ac:chgData name="Jiří Rojek" userId="S::it2120@sspu-opava.cz::d17efeb8-7802-43bf-ba97-fd5fddabc2dd" providerId="AD" clId="Web-{4A1F2DA8-E440-25ED-0989-159F47FA1911}" dt="2024-10-12T18:19:43.314" v="193" actId="1076"/>
          <ac:picMkLst>
            <pc:docMk/>
            <pc:sldMk cId="2776750077" sldId="262"/>
            <ac:picMk id="5" creationId="{2FCA4ECB-071C-4515-3027-0E01BEF1B08E}"/>
          </ac:picMkLst>
        </pc:picChg>
      </pc:sldChg>
      <pc:sldChg chg="addSp modSp new">
        <pc:chgData name="Jiří Rojek" userId="S::it2120@sspu-opava.cz::d17efeb8-7802-43bf-ba97-fd5fddabc2dd" providerId="AD" clId="Web-{4A1F2DA8-E440-25ED-0989-159F47FA1911}" dt="2024-10-12T18:28:43.589" v="214" actId="14100"/>
        <pc:sldMkLst>
          <pc:docMk/>
          <pc:sldMk cId="3252978786" sldId="265"/>
        </pc:sldMkLst>
        <pc:spChg chg="add mod">
          <ac:chgData name="Jiří Rojek" userId="S::it2120@sspu-opava.cz::d17efeb8-7802-43bf-ba97-fd5fddabc2dd" providerId="AD" clId="Web-{4A1F2DA8-E440-25ED-0989-159F47FA1911}" dt="2024-10-12T18:24:14.529" v="206" actId="1076"/>
          <ac:spMkLst>
            <pc:docMk/>
            <pc:sldMk cId="3252978786" sldId="265"/>
            <ac:spMk id="2" creationId="{C37C7411-4012-A701-407B-0E6FBE2B2D27}"/>
          </ac:spMkLst>
        </pc:spChg>
        <pc:spChg chg="add mod">
          <ac:chgData name="Jiří Rojek" userId="S::it2120@sspu-opava.cz::d17efeb8-7802-43bf-ba97-fd5fddabc2dd" providerId="AD" clId="Web-{4A1F2DA8-E440-25ED-0989-159F47FA1911}" dt="2024-10-12T18:24:49.281" v="211" actId="14100"/>
          <ac:spMkLst>
            <pc:docMk/>
            <pc:sldMk cId="3252978786" sldId="265"/>
            <ac:spMk id="3" creationId="{C8FEF4F3-F86B-F124-8DB2-B7C397A431B7}"/>
          </ac:spMkLst>
        </pc:spChg>
        <pc:picChg chg="add mod">
          <ac:chgData name="Jiří Rojek" userId="S::it2120@sspu-opava.cz::d17efeb8-7802-43bf-ba97-fd5fddabc2dd" providerId="AD" clId="Web-{4A1F2DA8-E440-25ED-0989-159F47FA1911}" dt="2024-10-12T18:28:43.589" v="214" actId="14100"/>
          <ac:picMkLst>
            <pc:docMk/>
            <pc:sldMk cId="3252978786" sldId="265"/>
            <ac:picMk id="4" creationId="{87B64FFF-AFB3-0C2A-E123-E1C6898E13F1}"/>
          </ac:picMkLst>
        </pc:picChg>
      </pc:sldChg>
    </pc:docChg>
  </pc:docChgLst>
  <pc:docChgLst>
    <pc:chgData name="Patrik Tomaštík" userId="S::it2127@sspu-opava.cz::61d4026c-6905-4d40-9155-cfc70c4d783a" providerId="AD" clId="Web-{32F1F916-65D4-6E73-49BA-332FE43B2998}"/>
    <pc:docChg chg="addSld delSld modSld">
      <pc:chgData name="Patrik Tomaštík" userId="S::it2127@sspu-opava.cz::61d4026c-6905-4d40-9155-cfc70c4d783a" providerId="AD" clId="Web-{32F1F916-65D4-6E73-49BA-332FE43B2998}" dt="2024-10-12T19:23:29.684" v="1080" actId="20577"/>
      <pc:docMkLst>
        <pc:docMk/>
      </pc:docMkLst>
      <pc:sldChg chg="modSp">
        <pc:chgData name="Patrik Tomaštík" userId="S::it2127@sspu-opava.cz::61d4026c-6905-4d40-9155-cfc70c4d783a" providerId="AD" clId="Web-{32F1F916-65D4-6E73-49BA-332FE43B2998}" dt="2024-10-12T17:09:58.394" v="7" actId="20577"/>
        <pc:sldMkLst>
          <pc:docMk/>
          <pc:sldMk cId="3799523001" sldId="256"/>
        </pc:sldMkLst>
        <pc:spChg chg="mod">
          <ac:chgData name="Patrik Tomaštík" userId="S::it2127@sspu-opava.cz::61d4026c-6905-4d40-9155-cfc70c4d783a" providerId="AD" clId="Web-{32F1F916-65D4-6E73-49BA-332FE43B2998}" dt="2024-10-12T17:09:58.394" v="7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addSp delSp modSp mod setBg">
        <pc:chgData name="Patrik Tomaštík" userId="S::it2127@sspu-opava.cz::61d4026c-6905-4d40-9155-cfc70c4d783a" providerId="AD" clId="Web-{32F1F916-65D4-6E73-49BA-332FE43B2998}" dt="2024-10-12T17:28:03.538" v="37" actId="14100"/>
        <pc:sldMkLst>
          <pc:docMk/>
          <pc:sldMk cId="4038564773" sldId="257"/>
        </pc:sldMkLst>
        <pc:spChg chg="mod">
          <ac:chgData name="Patrik Tomaštík" userId="S::it2127@sspu-opava.cz::61d4026c-6905-4d40-9155-cfc70c4d783a" providerId="AD" clId="Web-{32F1F916-65D4-6E73-49BA-332FE43B2998}" dt="2024-10-12T17:27:42.505" v="31" actId="14100"/>
          <ac:spMkLst>
            <pc:docMk/>
            <pc:sldMk cId="4038564773" sldId="257"/>
            <ac:spMk id="2" creationId="{5915B8F6-0363-72D6-64CE-6D590D8EDA1B}"/>
          </ac:spMkLst>
        </pc:spChg>
        <pc:spChg chg="mod ord">
          <ac:chgData name="Patrik Tomaštík" userId="S::it2127@sspu-opava.cz::61d4026c-6905-4d40-9155-cfc70c4d783a" providerId="AD" clId="Web-{32F1F916-65D4-6E73-49BA-332FE43B2998}" dt="2024-10-12T17:27:22.254" v="22" actId="1076"/>
          <ac:spMkLst>
            <pc:docMk/>
            <pc:sldMk cId="4038564773" sldId="257"/>
            <ac:spMk id="3" creationId="{100825D9-0BC6-0539-1714-2DE516D15FF1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6:35.048" v="15"/>
          <ac:spMkLst>
            <pc:docMk/>
            <pc:sldMk cId="4038564773" sldId="257"/>
            <ac:spMk id="9" creationId="{743AA782-23D1-4521-8CAD-47662984AA08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6:35.048" v="15"/>
          <ac:spMkLst>
            <pc:docMk/>
            <pc:sldMk cId="4038564773" sldId="257"/>
            <ac:spMk id="11" creationId="{71877DBC-BB60-40F0-AC93-2ACDBAAE60CE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6:40.345" v="17"/>
          <ac:spMkLst>
            <pc:docMk/>
            <pc:sldMk cId="4038564773" sldId="257"/>
            <ac:spMk id="13" creationId="{A8908DB7-C3A6-4FCB-9820-CEE02B398C4A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6:40.345" v="17"/>
          <ac:spMkLst>
            <pc:docMk/>
            <pc:sldMk cId="4038564773" sldId="257"/>
            <ac:spMk id="14" creationId="{535742DD-1B16-4E9D-B715-0D74B4574A68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7:07.785" v="19"/>
          <ac:spMkLst>
            <pc:docMk/>
            <pc:sldMk cId="4038564773" sldId="257"/>
            <ac:spMk id="15" creationId="{E6995CE5-F890-4ABA-82A2-26507CE8D2A3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7:07.785" v="19"/>
          <ac:spMkLst>
            <pc:docMk/>
            <pc:sldMk cId="4038564773" sldId="257"/>
            <ac:spMk id="16" creationId="{058A14AF-9FB5-4CC7-BA35-E8E85D3EDF0E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7:07.785" v="19"/>
          <ac:spMkLst>
            <pc:docMk/>
            <pc:sldMk cId="4038564773" sldId="257"/>
            <ac:spMk id="17" creationId="{3A9A4357-BD1D-4622-A4FE-766E6AB8DE84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27:07.785" v="19"/>
          <ac:spMkLst>
            <pc:docMk/>
            <pc:sldMk cId="4038564773" sldId="257"/>
            <ac:spMk id="18" creationId="{E659831F-0D9A-4C63-9EBB-8435B85A440F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27:07.863" v="20"/>
          <ac:spMkLst>
            <pc:docMk/>
            <pc:sldMk cId="4038564773" sldId="257"/>
            <ac:spMk id="20" creationId="{7FF47CB7-972F-479F-A36D-9E72D26EC8DA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27:07.863" v="20"/>
          <ac:spMkLst>
            <pc:docMk/>
            <pc:sldMk cId="4038564773" sldId="257"/>
            <ac:spMk id="21" creationId="{0D153B68-5844-490D-8E67-F616D6D721CA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27:07.863" v="20"/>
          <ac:spMkLst>
            <pc:docMk/>
            <pc:sldMk cId="4038564773" sldId="257"/>
            <ac:spMk id="22" creationId="{9A0D773F-7A7D-4DBB-9DEA-86BB8B8F4BC8}"/>
          </ac:spMkLst>
        </pc:spChg>
        <pc:picChg chg="add mod">
          <ac:chgData name="Patrik Tomaštík" userId="S::it2127@sspu-opava.cz::61d4026c-6905-4d40-9155-cfc70c4d783a" providerId="AD" clId="Web-{32F1F916-65D4-6E73-49BA-332FE43B2998}" dt="2024-10-12T17:28:03.538" v="37" actId="14100"/>
          <ac:picMkLst>
            <pc:docMk/>
            <pc:sldMk cId="4038564773" sldId="257"/>
            <ac:picMk id="4" creationId="{FA79ABCE-9C7E-8CC1-8824-C6929C351536}"/>
          </ac:picMkLst>
        </pc:picChg>
      </pc:sldChg>
      <pc:sldChg chg="addSp delSp modSp new">
        <pc:chgData name="Patrik Tomaštík" userId="S::it2127@sspu-opava.cz::61d4026c-6905-4d40-9155-cfc70c4d783a" providerId="AD" clId="Web-{32F1F916-65D4-6E73-49BA-332FE43B2998}" dt="2024-10-12T19:13:11.129" v="976" actId="20577"/>
        <pc:sldMkLst>
          <pc:docMk/>
          <pc:sldMk cId="2494386021" sldId="258"/>
        </pc:sldMkLst>
        <pc:spChg chg="mod">
          <ac:chgData name="Patrik Tomaštík" userId="S::it2127@sspu-opava.cz::61d4026c-6905-4d40-9155-cfc70c4d783a" providerId="AD" clId="Web-{32F1F916-65D4-6E73-49BA-332FE43B2998}" dt="2024-10-12T17:46:27.620" v="205" actId="14100"/>
          <ac:spMkLst>
            <pc:docMk/>
            <pc:sldMk cId="2494386021" sldId="258"/>
            <ac:spMk id="2" creationId="{631279A1-F9A6-52E2-A623-56EDEE500015}"/>
          </ac:spMkLst>
        </pc:spChg>
        <pc:spChg chg="del">
          <ac:chgData name="Patrik Tomaštík" userId="S::it2127@sspu-opava.cz::61d4026c-6905-4d40-9155-cfc70c4d783a" providerId="AD" clId="Web-{32F1F916-65D4-6E73-49BA-332FE43B2998}" dt="2024-10-12T17:47:36.734" v="206"/>
          <ac:spMkLst>
            <pc:docMk/>
            <pc:sldMk cId="2494386021" sldId="258"/>
            <ac:spMk id="3" creationId="{CDF71CBC-A597-3972-0280-9F988EC43FF8}"/>
          </ac:spMkLst>
        </pc:spChg>
        <pc:spChg chg="add mod">
          <ac:chgData name="Patrik Tomaštík" userId="S::it2127@sspu-opava.cz::61d4026c-6905-4d40-9155-cfc70c4d783a" providerId="AD" clId="Web-{32F1F916-65D4-6E73-49BA-332FE43B2998}" dt="2024-10-12T19:13:11.129" v="976" actId="20577"/>
          <ac:spMkLst>
            <pc:docMk/>
            <pc:sldMk cId="2494386021" sldId="258"/>
            <ac:spMk id="5" creationId="{9FD249FE-241E-7D73-C44F-0B85D9168A11}"/>
          </ac:spMkLst>
        </pc:spChg>
        <pc:picChg chg="add mod ord">
          <ac:chgData name="Patrik Tomaštík" userId="S::it2127@sspu-opava.cz::61d4026c-6905-4d40-9155-cfc70c4d783a" providerId="AD" clId="Web-{32F1F916-65D4-6E73-49BA-332FE43B2998}" dt="2024-10-12T18:09:30.969" v="374" actId="1076"/>
          <ac:picMkLst>
            <pc:docMk/>
            <pc:sldMk cId="2494386021" sldId="258"/>
            <ac:picMk id="4" creationId="{EA0B6A05-86CD-6707-437A-1D44B25DA5E7}"/>
          </ac:picMkLst>
        </pc:picChg>
      </pc:sldChg>
      <pc:sldChg chg="modSp">
        <pc:chgData name="Patrik Tomaštík" userId="S::it2127@sspu-opava.cz::61d4026c-6905-4d40-9155-cfc70c4d783a" providerId="AD" clId="Web-{32F1F916-65D4-6E73-49BA-332FE43B2998}" dt="2024-10-12T19:14:11.226" v="981" actId="20577"/>
        <pc:sldMkLst>
          <pc:docMk/>
          <pc:sldMk cId="3846966542" sldId="259"/>
        </pc:sldMkLst>
        <pc:spChg chg="mod">
          <ac:chgData name="Patrik Tomaštík" userId="S::it2127@sspu-opava.cz::61d4026c-6905-4d40-9155-cfc70c4d783a" providerId="AD" clId="Web-{32F1F916-65D4-6E73-49BA-332FE43B2998}" dt="2024-10-12T19:14:11.226" v="981" actId="20577"/>
          <ac:spMkLst>
            <pc:docMk/>
            <pc:sldMk cId="3846966542" sldId="259"/>
            <ac:spMk id="3" creationId="{A5B98204-9884-27BB-7C34-D8EAD715B9C2}"/>
          </ac:spMkLst>
        </pc:spChg>
      </pc:sldChg>
      <pc:sldChg chg="addSp delSp modSp new del mod setBg">
        <pc:chgData name="Patrik Tomaštík" userId="S::it2127@sspu-opava.cz::61d4026c-6905-4d40-9155-cfc70c4d783a" providerId="AD" clId="Web-{32F1F916-65D4-6E73-49BA-332FE43B2998}" dt="2024-10-12T17:43:32.735" v="90"/>
        <pc:sldMkLst>
          <pc:docMk/>
          <pc:sldMk cId="3862558209" sldId="259"/>
        </pc:sldMkLst>
        <pc:spChg chg="mod">
          <ac:chgData name="Patrik Tomaštík" userId="S::it2127@sspu-opava.cz::61d4026c-6905-4d40-9155-cfc70c4d783a" providerId="AD" clId="Web-{32F1F916-65D4-6E73-49BA-332FE43B2998}" dt="2024-10-12T17:43:29.922" v="89" actId="20577"/>
          <ac:spMkLst>
            <pc:docMk/>
            <pc:sldMk cId="3862558209" sldId="259"/>
            <ac:spMk id="2" creationId="{54B8F90F-5369-A3DD-DAC8-597A044E98DF}"/>
          </ac:spMkLst>
        </pc:spChg>
        <pc:spChg chg="del mo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3" creationId="{103796D9-35E0-545A-3563-B056439E9F2B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8" creationId="{09588DA8-065E-4F6F-8EFD-43104AB2E0CF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10" creationId="{C4285719-470E-454C-AF62-8323075F1F5B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12" creationId="{CD9FE4EF-C4D8-49A0-B2FF-81D8DB7D8A24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14" creationId="{4300840D-0A0B-4512-BACA-B439D5B9C57C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16" creationId="{D2B78728-A580-49A7-84F9-6EF6F583ADE0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18" creationId="{38FAA1A1-D861-433F-88FA-1E9D6FD31D11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7:43:02.170" v="86"/>
          <ac:spMkLst>
            <pc:docMk/>
            <pc:sldMk cId="3862558209" sldId="259"/>
            <ac:spMk id="20" creationId="{8D71EDA1-87BF-4D5D-AB79-F346FD19278A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2" creationId="{C39ADB8F-D187-49D7-BDCF-C1B6DC727068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3" creationId="{1A3C89F8-0D2F-47FF-B903-151248265F47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4" creationId="{C5CB530E-515E-412C-9DF1-5F8FFBD6F383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5" creationId="{712D4376-A578-4FF1-94FC-245E7A6A489F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6" creationId="{AEA7509D-F04F-40CB-A0B3-EEF16499CC9F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8" creationId="{508BEF50-7B1E-49A4-BC19-5F4F1D755E64}"/>
          </ac:spMkLst>
        </pc:spChg>
        <pc:spChg chg="add">
          <ac:chgData name="Patrik Tomaštík" userId="S::it2127@sspu-opava.cz::61d4026c-6905-4d40-9155-cfc70c4d783a" providerId="AD" clId="Web-{32F1F916-65D4-6E73-49BA-332FE43B2998}" dt="2024-10-12T17:43:02.186" v="87"/>
          <ac:spMkLst>
            <pc:docMk/>
            <pc:sldMk cId="3862558209" sldId="259"/>
            <ac:spMk id="29" creationId="{3FBAD350-5664-4811-A208-657FB882D350}"/>
          </ac:spMkLst>
        </pc:spChg>
        <pc:cxnChg chg="add">
          <ac:chgData name="Patrik Tomaštík" userId="S::it2127@sspu-opava.cz::61d4026c-6905-4d40-9155-cfc70c4d783a" providerId="AD" clId="Web-{32F1F916-65D4-6E73-49BA-332FE43B2998}" dt="2024-10-12T17:43:02.186" v="87"/>
          <ac:cxnSpMkLst>
            <pc:docMk/>
            <pc:sldMk cId="3862558209" sldId="259"/>
            <ac:cxnSpMk id="27" creationId="{56020367-4FD5-4596-8E10-C5F095CD8DBF}"/>
          </ac:cxnSpMkLst>
        </pc:cxnChg>
      </pc:sldChg>
      <pc:sldChg chg="modSp new add del">
        <pc:chgData name="Patrik Tomaštík" userId="S::it2127@sspu-opava.cz::61d4026c-6905-4d40-9155-cfc70c4d783a" providerId="AD" clId="Web-{32F1F916-65D4-6E73-49BA-332FE43B2998}" dt="2024-10-12T17:45:52.540" v="192"/>
        <pc:sldMkLst>
          <pc:docMk/>
          <pc:sldMk cId="1363596811" sldId="260"/>
        </pc:sldMkLst>
        <pc:spChg chg="mod">
          <ac:chgData name="Patrik Tomaštík" userId="S::it2127@sspu-opava.cz::61d4026c-6905-4d40-9155-cfc70c4d783a" providerId="AD" clId="Web-{32F1F916-65D4-6E73-49BA-332FE43B2998}" dt="2024-10-12T17:45:36.039" v="188" actId="20577"/>
          <ac:spMkLst>
            <pc:docMk/>
            <pc:sldMk cId="1363596811" sldId="260"/>
            <ac:spMk id="2" creationId="{4921DBAE-F440-6BEA-9BFF-A01D1ECDA1BF}"/>
          </ac:spMkLst>
        </pc:spChg>
      </pc:sldChg>
      <pc:sldChg chg="addSp delSp modSp new">
        <pc:chgData name="Patrik Tomaštík" userId="S::it2127@sspu-opava.cz::61d4026c-6905-4d40-9155-cfc70c4d783a" providerId="AD" clId="Web-{32F1F916-65D4-6E73-49BA-332FE43B2998}" dt="2024-10-12T19:12:09.235" v="971" actId="20577"/>
        <pc:sldMkLst>
          <pc:docMk/>
          <pc:sldMk cId="2892823083" sldId="261"/>
        </pc:sldMkLst>
        <pc:spChg chg="del">
          <ac:chgData name="Patrik Tomaštík" userId="S::it2127@sspu-opava.cz::61d4026c-6905-4d40-9155-cfc70c4d783a" providerId="AD" clId="Web-{32F1F916-65D4-6E73-49BA-332FE43B2998}" dt="2024-10-12T18:05:45.690" v="318"/>
          <ac:spMkLst>
            <pc:docMk/>
            <pc:sldMk cId="2892823083" sldId="261"/>
            <ac:spMk id="2" creationId="{B73E05A7-8B06-A83D-BBB0-B20E7F4D821E}"/>
          </ac:spMkLst>
        </pc:spChg>
        <pc:spChg chg="mod">
          <ac:chgData name="Patrik Tomaštík" userId="S::it2127@sspu-opava.cz::61d4026c-6905-4d40-9155-cfc70c4d783a" providerId="AD" clId="Web-{32F1F916-65D4-6E73-49BA-332FE43B2998}" dt="2024-10-12T19:12:09.235" v="971" actId="20577"/>
          <ac:spMkLst>
            <pc:docMk/>
            <pc:sldMk cId="2892823083" sldId="261"/>
            <ac:spMk id="3" creationId="{19AB3008-C789-3D76-395C-050DB552E649}"/>
          </ac:spMkLst>
        </pc:spChg>
        <pc:picChg chg="add mod">
          <ac:chgData name="Patrik Tomaštík" userId="S::it2127@sspu-opava.cz::61d4026c-6905-4d40-9155-cfc70c4d783a" providerId="AD" clId="Web-{32F1F916-65D4-6E73-49BA-332FE43B2998}" dt="2024-10-12T18:52:50.736" v="859" actId="1076"/>
          <ac:picMkLst>
            <pc:docMk/>
            <pc:sldMk cId="2892823083" sldId="261"/>
            <ac:picMk id="4" creationId="{90A9D26A-3864-5378-7E87-F089958F5049}"/>
          </ac:picMkLst>
        </pc:picChg>
      </pc:sldChg>
      <pc:sldChg chg="add del">
        <pc:chgData name="Patrik Tomaštík" userId="S::it2127@sspu-opava.cz::61d4026c-6905-4d40-9155-cfc70c4d783a" providerId="AD" clId="Web-{32F1F916-65D4-6E73-49BA-332FE43B2998}" dt="2024-10-12T17:45:53.868" v="193"/>
        <pc:sldMkLst>
          <pc:docMk/>
          <pc:sldMk cId="3880592733" sldId="261"/>
        </pc:sldMkLst>
      </pc:sldChg>
      <pc:sldChg chg="modSp">
        <pc:chgData name="Patrik Tomaštík" userId="S::it2127@sspu-opava.cz::61d4026c-6905-4d40-9155-cfc70c4d783a" providerId="AD" clId="Web-{32F1F916-65D4-6E73-49BA-332FE43B2998}" dt="2024-10-12T19:16:43.236" v="1002" actId="20577"/>
        <pc:sldMkLst>
          <pc:docMk/>
          <pc:sldMk cId="2776750077" sldId="262"/>
        </pc:sldMkLst>
        <pc:spChg chg="mod">
          <ac:chgData name="Patrik Tomaštík" userId="S::it2127@sspu-opava.cz::61d4026c-6905-4d40-9155-cfc70c4d783a" providerId="AD" clId="Web-{32F1F916-65D4-6E73-49BA-332FE43B2998}" dt="2024-10-12T19:16:43.236" v="1002" actId="20577"/>
          <ac:spMkLst>
            <pc:docMk/>
            <pc:sldMk cId="2776750077" sldId="262"/>
            <ac:spMk id="4" creationId="{C253D44B-C91E-AF27-3866-F51BAAB60789}"/>
          </ac:spMkLst>
        </pc:spChg>
      </pc:sldChg>
      <pc:sldChg chg="addSp modSp new">
        <pc:chgData name="Patrik Tomaštík" userId="S::it2127@sspu-opava.cz::61d4026c-6905-4d40-9155-cfc70c4d783a" providerId="AD" clId="Web-{32F1F916-65D4-6E73-49BA-332FE43B2998}" dt="2024-10-12T19:18:18.820" v="1021" actId="20577"/>
        <pc:sldMkLst>
          <pc:docMk/>
          <pc:sldMk cId="4094989260" sldId="263"/>
        </pc:sldMkLst>
        <pc:spChg chg="mod">
          <ac:chgData name="Patrik Tomaštík" userId="S::it2127@sspu-opava.cz::61d4026c-6905-4d40-9155-cfc70c4d783a" providerId="AD" clId="Web-{32F1F916-65D4-6E73-49BA-332FE43B2998}" dt="2024-10-12T18:25:49.497" v="537" actId="20577"/>
          <ac:spMkLst>
            <pc:docMk/>
            <pc:sldMk cId="4094989260" sldId="263"/>
            <ac:spMk id="2" creationId="{89BF2057-488F-79E1-C5EA-77AD4098A9F5}"/>
          </ac:spMkLst>
        </pc:spChg>
        <pc:spChg chg="mod">
          <ac:chgData name="Patrik Tomaštík" userId="S::it2127@sspu-opava.cz::61d4026c-6905-4d40-9155-cfc70c4d783a" providerId="AD" clId="Web-{32F1F916-65D4-6E73-49BA-332FE43B2998}" dt="2024-10-12T19:18:18.820" v="1021" actId="20577"/>
          <ac:spMkLst>
            <pc:docMk/>
            <pc:sldMk cId="4094989260" sldId="263"/>
            <ac:spMk id="3" creationId="{0E14BA65-C936-B79A-A04C-0D53CB24DBB3}"/>
          </ac:spMkLst>
        </pc:spChg>
        <pc:picChg chg="add mod">
          <ac:chgData name="Patrik Tomaštík" userId="S::it2127@sspu-opava.cz::61d4026c-6905-4d40-9155-cfc70c4d783a" providerId="AD" clId="Web-{32F1F916-65D4-6E73-49BA-332FE43B2998}" dt="2024-10-12T18:55:53.966" v="890" actId="1076"/>
          <ac:picMkLst>
            <pc:docMk/>
            <pc:sldMk cId="4094989260" sldId="263"/>
            <ac:picMk id="4" creationId="{86253EED-9B14-0F5B-61CF-28CD1229A700}"/>
          </ac:picMkLst>
        </pc:picChg>
      </pc:sldChg>
      <pc:sldChg chg="addSp delSp modSp new">
        <pc:chgData name="Patrik Tomaštík" userId="S::it2127@sspu-opava.cz::61d4026c-6905-4d40-9155-cfc70c4d783a" providerId="AD" clId="Web-{32F1F916-65D4-6E73-49BA-332FE43B2998}" dt="2024-10-12T18:56:26.999" v="908" actId="14100"/>
        <pc:sldMkLst>
          <pc:docMk/>
          <pc:sldMk cId="1000269692" sldId="264"/>
        </pc:sldMkLst>
        <pc:spChg chg="del">
          <ac:chgData name="Patrik Tomaštík" userId="S::it2127@sspu-opava.cz::61d4026c-6905-4d40-9155-cfc70c4d783a" providerId="AD" clId="Web-{32F1F916-65D4-6E73-49BA-332FE43B2998}" dt="2024-10-12T18:22:26.282" v="495"/>
          <ac:spMkLst>
            <pc:docMk/>
            <pc:sldMk cId="1000269692" sldId="264"/>
            <ac:spMk id="2" creationId="{2C303D84-BE6B-8010-EEF9-DEC2BCDE02AF}"/>
          </ac:spMkLst>
        </pc:spChg>
        <pc:spChg chg="mod">
          <ac:chgData name="Patrik Tomaštík" userId="S::it2127@sspu-opava.cz::61d4026c-6905-4d40-9155-cfc70c4d783a" providerId="AD" clId="Web-{32F1F916-65D4-6E73-49BA-332FE43B2998}" dt="2024-10-12T18:56:12.342" v="902" actId="1076"/>
          <ac:spMkLst>
            <pc:docMk/>
            <pc:sldMk cId="1000269692" sldId="264"/>
            <ac:spMk id="3" creationId="{A81BD481-2264-5159-DD9F-30B02FA1551E}"/>
          </ac:spMkLst>
        </pc:spChg>
        <pc:picChg chg="add mod">
          <ac:chgData name="Patrik Tomaštík" userId="S::it2127@sspu-opava.cz::61d4026c-6905-4d40-9155-cfc70c4d783a" providerId="AD" clId="Web-{32F1F916-65D4-6E73-49BA-332FE43B2998}" dt="2024-10-12T18:56:26.999" v="908" actId="14100"/>
          <ac:picMkLst>
            <pc:docMk/>
            <pc:sldMk cId="1000269692" sldId="264"/>
            <ac:picMk id="4" creationId="{262D8D7A-484F-5FE3-99B4-2CD87F71273C}"/>
          </ac:picMkLst>
        </pc:picChg>
      </pc:sldChg>
      <pc:sldChg chg="modSp">
        <pc:chgData name="Patrik Tomaštík" userId="S::it2127@sspu-opava.cz::61d4026c-6905-4d40-9155-cfc70c4d783a" providerId="AD" clId="Web-{32F1F916-65D4-6E73-49BA-332FE43B2998}" dt="2024-10-12T19:15:35.653" v="996" actId="20577"/>
        <pc:sldMkLst>
          <pc:docMk/>
          <pc:sldMk cId="3252978786" sldId="265"/>
        </pc:sldMkLst>
        <pc:spChg chg="mod">
          <ac:chgData name="Patrik Tomaštík" userId="S::it2127@sspu-opava.cz::61d4026c-6905-4d40-9155-cfc70c4d783a" providerId="AD" clId="Web-{32F1F916-65D4-6E73-49BA-332FE43B2998}" dt="2024-10-12T19:15:35.653" v="996" actId="20577"/>
          <ac:spMkLst>
            <pc:docMk/>
            <pc:sldMk cId="3252978786" sldId="265"/>
            <ac:spMk id="3" creationId="{C8FEF4F3-F86B-F124-8DB2-B7C397A431B7}"/>
          </ac:spMkLst>
        </pc:spChg>
      </pc:sldChg>
      <pc:sldChg chg="modSp">
        <pc:chgData name="Patrik Tomaštík" userId="S::it2127@sspu-opava.cz::61d4026c-6905-4d40-9155-cfc70c4d783a" providerId="AD" clId="Web-{32F1F916-65D4-6E73-49BA-332FE43B2998}" dt="2024-10-12T19:18:32.305" v="1025" actId="20577"/>
        <pc:sldMkLst>
          <pc:docMk/>
          <pc:sldMk cId="651640260" sldId="266"/>
        </pc:sldMkLst>
        <pc:spChg chg="mod">
          <ac:chgData name="Patrik Tomaštík" userId="S::it2127@sspu-opava.cz::61d4026c-6905-4d40-9155-cfc70c4d783a" providerId="AD" clId="Web-{32F1F916-65D4-6E73-49BA-332FE43B2998}" dt="2024-10-12T19:18:32.305" v="1025" actId="20577"/>
          <ac:spMkLst>
            <pc:docMk/>
            <pc:sldMk cId="651640260" sldId="266"/>
            <ac:spMk id="3" creationId="{D71FFF71-34F1-0DD7-EE7F-6B13D13E59AE}"/>
          </ac:spMkLst>
        </pc:spChg>
      </pc:sldChg>
      <pc:sldChg chg="addSp delSp modSp new">
        <pc:chgData name="Patrik Tomaštík" userId="S::it2127@sspu-opava.cz::61d4026c-6905-4d40-9155-cfc70c4d783a" providerId="AD" clId="Web-{32F1F916-65D4-6E73-49BA-332FE43B2998}" dt="2024-10-12T19:20:20.329" v="1045" actId="20577"/>
        <pc:sldMkLst>
          <pc:docMk/>
          <pc:sldMk cId="2515971581" sldId="267"/>
        </pc:sldMkLst>
        <pc:spChg chg="mod">
          <ac:chgData name="Patrik Tomaštík" userId="S::it2127@sspu-opava.cz::61d4026c-6905-4d40-9155-cfc70c4d783a" providerId="AD" clId="Web-{32F1F916-65D4-6E73-49BA-332FE43B2998}" dt="2024-10-12T18:55:21.386" v="886" actId="1076"/>
          <ac:spMkLst>
            <pc:docMk/>
            <pc:sldMk cId="2515971581" sldId="267"/>
            <ac:spMk id="2" creationId="{F5155C64-C169-4FC2-B327-D5E5D658F7D2}"/>
          </ac:spMkLst>
        </pc:spChg>
        <pc:spChg chg="del">
          <ac:chgData name="Patrik Tomaštík" userId="S::it2127@sspu-opava.cz::61d4026c-6905-4d40-9155-cfc70c4d783a" providerId="AD" clId="Web-{32F1F916-65D4-6E73-49BA-332FE43B2998}" dt="2024-10-12T18:39:53.642" v="640"/>
          <ac:spMkLst>
            <pc:docMk/>
            <pc:sldMk cId="2515971581" sldId="267"/>
            <ac:spMk id="3" creationId="{6CF7B3E4-D10E-E910-AB94-2573F76FAF77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8:40:32.301" v="657"/>
          <ac:spMkLst>
            <pc:docMk/>
            <pc:sldMk cId="2515971581" sldId="267"/>
            <ac:spMk id="5" creationId="{8B73024B-FD8C-E7C6-684B-9A0176A9F9AB}"/>
          </ac:spMkLst>
        </pc:spChg>
        <pc:spChg chg="add del mod">
          <ac:chgData name="Patrik Tomaštík" userId="S::it2127@sspu-opava.cz::61d4026c-6905-4d40-9155-cfc70c4d783a" providerId="AD" clId="Web-{32F1F916-65D4-6E73-49BA-332FE43B2998}" dt="2024-10-12T18:40:44.911" v="664"/>
          <ac:spMkLst>
            <pc:docMk/>
            <pc:sldMk cId="2515971581" sldId="267"/>
            <ac:spMk id="6" creationId="{0A1A1143-BE37-0BAF-0C48-4EE50EC9347E}"/>
          </ac:spMkLst>
        </pc:spChg>
        <pc:spChg chg="add del">
          <ac:chgData name="Patrik Tomaštík" userId="S::it2127@sspu-opava.cz::61d4026c-6905-4d40-9155-cfc70c4d783a" providerId="AD" clId="Web-{32F1F916-65D4-6E73-49BA-332FE43B2998}" dt="2024-10-12T18:40:32.754" v="660"/>
          <ac:spMkLst>
            <pc:docMk/>
            <pc:sldMk cId="2515971581" sldId="267"/>
            <ac:spMk id="7" creationId="{177ECB72-E870-E902-B010-F38FB482E6C3}"/>
          </ac:spMkLst>
        </pc:spChg>
        <pc:spChg chg="add del mod">
          <ac:chgData name="Patrik Tomaštík" userId="S::it2127@sspu-opava.cz::61d4026c-6905-4d40-9155-cfc70c4d783a" providerId="AD" clId="Web-{32F1F916-65D4-6E73-49BA-332FE43B2998}" dt="2024-10-12T18:41:56.509" v="670"/>
          <ac:spMkLst>
            <pc:docMk/>
            <pc:sldMk cId="2515971581" sldId="267"/>
            <ac:spMk id="8" creationId="{AA49A9F3-D092-0BF3-963F-5491E9E04513}"/>
          </ac:spMkLst>
        </pc:spChg>
        <pc:spChg chg="add mod">
          <ac:chgData name="Patrik Tomaštík" userId="S::it2127@sspu-opava.cz::61d4026c-6905-4d40-9155-cfc70c4d783a" providerId="AD" clId="Web-{32F1F916-65D4-6E73-49BA-332FE43B2998}" dt="2024-10-12T19:20:20.329" v="1045" actId="20577"/>
          <ac:spMkLst>
            <pc:docMk/>
            <pc:sldMk cId="2515971581" sldId="267"/>
            <ac:spMk id="9" creationId="{6CFA72AE-FF69-B66E-2CD6-770131C40C0D}"/>
          </ac:spMkLst>
        </pc:spChg>
        <pc:spChg chg="add del mod">
          <ac:chgData name="Patrik Tomaštík" userId="S::it2127@sspu-opava.cz::61d4026c-6905-4d40-9155-cfc70c4d783a" providerId="AD" clId="Web-{32F1F916-65D4-6E73-49BA-332FE43B2998}" dt="2024-10-12T18:54:19.976" v="872"/>
          <ac:spMkLst>
            <pc:docMk/>
            <pc:sldMk cId="2515971581" sldId="267"/>
            <ac:spMk id="11" creationId="{67771EE9-4C79-99D5-CC34-3E1D56E18FF7}"/>
          </ac:spMkLst>
        </pc:spChg>
        <pc:picChg chg="add del mod ord">
          <ac:chgData name="Patrik Tomaštík" userId="S::it2127@sspu-opava.cz::61d4026c-6905-4d40-9155-cfc70c4d783a" providerId="AD" clId="Web-{32F1F916-65D4-6E73-49BA-332FE43B2998}" dt="2024-10-12T18:54:09.162" v="870"/>
          <ac:picMkLst>
            <pc:docMk/>
            <pc:sldMk cId="2515971581" sldId="267"/>
            <ac:picMk id="4" creationId="{A7718470-DBEB-B66F-ACFA-F933F2029273}"/>
          </ac:picMkLst>
        </pc:picChg>
        <pc:picChg chg="add mod">
          <ac:chgData name="Patrik Tomaštík" userId="S::it2127@sspu-opava.cz::61d4026c-6905-4d40-9155-cfc70c4d783a" providerId="AD" clId="Web-{32F1F916-65D4-6E73-49BA-332FE43B2998}" dt="2024-10-12T19:01:05.625" v="913" actId="1076"/>
          <ac:picMkLst>
            <pc:docMk/>
            <pc:sldMk cId="2515971581" sldId="267"/>
            <ac:picMk id="12" creationId="{9AC9B883-7F45-1896-A745-CA3035CECFF4}"/>
          </ac:picMkLst>
        </pc:picChg>
      </pc:sldChg>
      <pc:sldChg chg="modSp">
        <pc:chgData name="Patrik Tomaštík" userId="S::it2127@sspu-opava.cz::61d4026c-6905-4d40-9155-cfc70c4d783a" providerId="AD" clId="Web-{32F1F916-65D4-6E73-49BA-332FE43B2998}" dt="2024-10-12T19:23:29.684" v="1080" actId="20577"/>
        <pc:sldMkLst>
          <pc:docMk/>
          <pc:sldMk cId="3734671462" sldId="268"/>
        </pc:sldMkLst>
        <pc:spChg chg="mod">
          <ac:chgData name="Patrik Tomaštík" userId="S::it2127@sspu-opava.cz::61d4026c-6905-4d40-9155-cfc70c4d783a" providerId="AD" clId="Web-{32F1F916-65D4-6E73-49BA-332FE43B2998}" dt="2024-10-12T19:23:29.684" v="1080" actId="20577"/>
          <ac:spMkLst>
            <pc:docMk/>
            <pc:sldMk cId="3734671462" sldId="268"/>
            <ac:spMk id="5" creationId="{D229042C-A842-7AE8-6292-C6D0D1E103EE}"/>
          </ac:spMkLst>
        </pc:spChg>
      </pc:sldChg>
      <pc:sldChg chg="new del">
        <pc:chgData name="Patrik Tomaštík" userId="S::it2127@sspu-opava.cz::61d4026c-6905-4d40-9155-cfc70c4d783a" providerId="AD" clId="Web-{32F1F916-65D4-6E73-49BA-332FE43B2998}" dt="2024-10-12T18:39:06.592" v="639"/>
        <pc:sldMkLst>
          <pc:docMk/>
          <pc:sldMk cId="4146286885" sldId="268"/>
        </pc:sldMkLst>
      </pc:sldChg>
      <pc:sldChg chg="addSp delSp modSp new">
        <pc:chgData name="Patrik Tomaštík" userId="S::it2127@sspu-opava.cz::61d4026c-6905-4d40-9155-cfc70c4d783a" providerId="AD" clId="Web-{32F1F916-65D4-6E73-49BA-332FE43B2998}" dt="2024-10-12T19:19:02.775" v="1032" actId="20577"/>
        <pc:sldMkLst>
          <pc:docMk/>
          <pc:sldMk cId="2313824943" sldId="269"/>
        </pc:sldMkLst>
        <pc:spChg chg="del">
          <ac:chgData name="Patrik Tomaštík" userId="S::it2127@sspu-opava.cz::61d4026c-6905-4d40-9155-cfc70c4d783a" providerId="AD" clId="Web-{32F1F916-65D4-6E73-49BA-332FE43B2998}" dt="2024-10-12T18:53:16.503" v="861"/>
          <ac:spMkLst>
            <pc:docMk/>
            <pc:sldMk cId="2313824943" sldId="269"/>
            <ac:spMk id="2" creationId="{1A5BA6F7-B1C5-C82A-BBCA-6005E641EF51}"/>
          </ac:spMkLst>
        </pc:spChg>
        <pc:spChg chg="mod">
          <ac:chgData name="Patrik Tomaštík" userId="S::it2127@sspu-opava.cz::61d4026c-6905-4d40-9155-cfc70c4d783a" providerId="AD" clId="Web-{32F1F916-65D4-6E73-49BA-332FE43B2998}" dt="2024-10-12T19:19:02.775" v="1032" actId="20577"/>
          <ac:spMkLst>
            <pc:docMk/>
            <pc:sldMk cId="2313824943" sldId="269"/>
            <ac:spMk id="3" creationId="{B7E4C3BA-1FC8-F9BC-E59C-B9CE7DE0029A}"/>
          </ac:spMkLst>
        </pc:spChg>
        <pc:picChg chg="add mod">
          <ac:chgData name="Patrik Tomaštík" userId="S::it2127@sspu-opava.cz::61d4026c-6905-4d40-9155-cfc70c4d783a" providerId="AD" clId="Web-{32F1F916-65D4-6E73-49BA-332FE43B2998}" dt="2024-10-12T18:55:12.573" v="884" actId="1076"/>
          <ac:picMkLst>
            <pc:docMk/>
            <pc:sldMk cId="2313824943" sldId="269"/>
            <ac:picMk id="4" creationId="{8ECECA36-4B4E-BF92-9531-7CCB9DDCF41D}"/>
          </ac:picMkLst>
        </pc:picChg>
      </pc:sldChg>
    </pc:docChg>
  </pc:docChgLst>
  <pc:docChgLst>
    <pc:chgData name="Jiří Rojek" userId="S::it2120@sspu-opava.cz::d17efeb8-7802-43bf-ba97-fd5fddabc2dd" providerId="AD" clId="Web-{72F16C0D-2C97-092E-A60E-4F2A0B19CB66}"/>
    <pc:docChg chg="modSld">
      <pc:chgData name="Jiří Rojek" userId="S::it2120@sspu-opava.cz::d17efeb8-7802-43bf-ba97-fd5fddabc2dd" providerId="AD" clId="Web-{72F16C0D-2C97-092E-A60E-4F2A0B19CB66}" dt="2024-10-22T06:17:39.170" v="88" actId="20577"/>
      <pc:docMkLst>
        <pc:docMk/>
      </pc:docMkLst>
      <pc:sldChg chg="modSp">
        <pc:chgData name="Jiří Rojek" userId="S::it2120@sspu-opava.cz::d17efeb8-7802-43bf-ba97-fd5fddabc2dd" providerId="AD" clId="Web-{72F16C0D-2C97-092E-A60E-4F2A0B19CB66}" dt="2024-10-22T06:16:01.100" v="37" actId="20577"/>
        <pc:sldMkLst>
          <pc:docMk/>
          <pc:sldMk cId="2494386021" sldId="258"/>
        </pc:sldMkLst>
        <pc:spChg chg="mod">
          <ac:chgData name="Jiří Rojek" userId="S::it2120@sspu-opava.cz::d17efeb8-7802-43bf-ba97-fd5fddabc2dd" providerId="AD" clId="Web-{72F16C0D-2C97-092E-A60E-4F2A0B19CB66}" dt="2024-10-22T06:16:01.100" v="37" actId="20577"/>
          <ac:spMkLst>
            <pc:docMk/>
            <pc:sldMk cId="2494386021" sldId="258"/>
            <ac:spMk id="5" creationId="{9FD249FE-241E-7D73-C44F-0B85D9168A11}"/>
          </ac:spMkLst>
        </pc:spChg>
      </pc:sldChg>
      <pc:sldChg chg="modSp">
        <pc:chgData name="Jiří Rojek" userId="S::it2120@sspu-opava.cz::d17efeb8-7802-43bf-ba97-fd5fddabc2dd" providerId="AD" clId="Web-{72F16C0D-2C97-092E-A60E-4F2A0B19CB66}" dt="2024-10-22T06:17:39.170" v="88" actId="20577"/>
        <pc:sldMkLst>
          <pc:docMk/>
          <pc:sldMk cId="3846966542" sldId="259"/>
        </pc:sldMkLst>
        <pc:spChg chg="mod">
          <ac:chgData name="Jiří Rojek" userId="S::it2120@sspu-opava.cz::d17efeb8-7802-43bf-ba97-fd5fddabc2dd" providerId="AD" clId="Web-{72F16C0D-2C97-092E-A60E-4F2A0B19CB66}" dt="2024-10-22T06:17:39.170" v="88" actId="20577"/>
          <ac:spMkLst>
            <pc:docMk/>
            <pc:sldMk cId="3846966542" sldId="259"/>
            <ac:spMk id="3" creationId="{A5B98204-9884-27BB-7C34-D8EAD715B9C2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9FABE9-A2DB-401E-9E12-F6CE0ADC8C1B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0A20659-DF6E-4802-A09E-BCE63D5C4945}">
      <dgm:prSet/>
      <dgm:spPr/>
      <dgm:t>
        <a:bodyPr/>
        <a:lstStyle/>
        <a:p>
          <a:r>
            <a:rPr lang="cs-CZ" b="1">
              <a:solidFill>
                <a:schemeClr val="accent5">
                  <a:lumMod val="40000"/>
                  <a:lumOff val="60000"/>
                </a:schemeClr>
              </a:solidFill>
            </a:rPr>
            <a:t>Zařízení A</a:t>
          </a:r>
          <a:r>
            <a:rPr lang="cs-CZ"/>
            <a:t> chce odeslat data na IP adresu </a:t>
          </a:r>
          <a:r>
            <a:rPr lang="cs-CZ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/>
            <a:t>.</a:t>
          </a:r>
          <a:endParaRPr lang="en-US"/>
        </a:p>
      </dgm:t>
    </dgm:pt>
    <dgm:pt modelId="{D79D403A-E289-4211-A6E7-BF130E7BBFB9}" type="parTrans" cxnId="{5C915433-CB99-4C28-828F-F57FCE96A3AD}">
      <dgm:prSet/>
      <dgm:spPr/>
      <dgm:t>
        <a:bodyPr/>
        <a:lstStyle/>
        <a:p>
          <a:endParaRPr lang="en-US"/>
        </a:p>
      </dgm:t>
    </dgm:pt>
    <dgm:pt modelId="{524D8000-8522-4B29-9745-8D1CD0445595}" type="sibTrans" cxnId="{5C915433-CB99-4C28-828F-F57FCE96A3AD}">
      <dgm:prSet/>
      <dgm:spPr/>
      <dgm:t>
        <a:bodyPr/>
        <a:lstStyle/>
        <a:p>
          <a:endParaRPr lang="en-US"/>
        </a:p>
      </dgm:t>
    </dgm:pt>
    <dgm:pt modelId="{60FA73E6-6A52-4683-8EF9-0FE9586F422A}">
      <dgm:prSet/>
      <dgm:spPr/>
      <dgm:t>
        <a:bodyPr/>
        <a:lstStyle/>
        <a:p>
          <a:r>
            <a:rPr lang="cs-CZ" b="1"/>
            <a:t>ARP požadavek</a:t>
          </a:r>
          <a:r>
            <a:rPr lang="cs-CZ"/>
            <a:t> (</a:t>
          </a:r>
          <a:r>
            <a:rPr lang="cs-CZ" b="1"/>
            <a:t>ARP </a:t>
          </a:r>
          <a:r>
            <a:rPr lang="cs-CZ" b="1" err="1"/>
            <a:t>Request</a:t>
          </a:r>
          <a:r>
            <a:rPr lang="cs-CZ"/>
            <a:t>): Pokud nezná MAC adresu </a:t>
          </a:r>
          <a:r>
            <a:rPr lang="cs-CZ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/>
            <a:t>, vyšle </a:t>
          </a:r>
          <a:r>
            <a:rPr lang="cs-CZ" b="1"/>
            <a:t>ARP dotaz</a:t>
          </a:r>
          <a:r>
            <a:rPr lang="cs-CZ"/>
            <a:t> všem v síti: „Kdo má tuto IP adresu?“</a:t>
          </a:r>
          <a:endParaRPr lang="en-US"/>
        </a:p>
      </dgm:t>
    </dgm:pt>
    <dgm:pt modelId="{2454D7CF-AED4-4C36-A709-5CE2F9FF0DE9}" type="parTrans" cxnId="{943FE5A4-F3CB-4F62-8855-C6A4B71D90A6}">
      <dgm:prSet/>
      <dgm:spPr/>
      <dgm:t>
        <a:bodyPr/>
        <a:lstStyle/>
        <a:p>
          <a:endParaRPr lang="en-US"/>
        </a:p>
      </dgm:t>
    </dgm:pt>
    <dgm:pt modelId="{F6E99225-86A9-439B-B145-820061CDA94F}" type="sibTrans" cxnId="{943FE5A4-F3CB-4F62-8855-C6A4B71D90A6}">
      <dgm:prSet/>
      <dgm:spPr/>
      <dgm:t>
        <a:bodyPr/>
        <a:lstStyle/>
        <a:p>
          <a:endParaRPr lang="en-US"/>
        </a:p>
      </dgm:t>
    </dgm:pt>
    <dgm:pt modelId="{07BE9B83-7F11-4CB4-98D4-307D3BD46C48}">
      <dgm:prSet/>
      <dgm:spPr/>
      <dgm:t>
        <a:bodyPr/>
        <a:lstStyle/>
        <a:p>
          <a:r>
            <a:rPr lang="cs-CZ" b="1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/>
            <a:t> (které má odpovídající IP adresu) odpoví </a:t>
          </a:r>
          <a:r>
            <a:rPr lang="cs-CZ" b="1"/>
            <a:t>ARP odpovědí</a:t>
          </a:r>
          <a:r>
            <a:rPr lang="cs-CZ"/>
            <a:t> (</a:t>
          </a:r>
          <a:r>
            <a:rPr lang="cs-CZ" b="1"/>
            <a:t>ARP </a:t>
          </a:r>
          <a:r>
            <a:rPr lang="cs-CZ" b="1" err="1"/>
            <a:t>Reply</a:t>
          </a:r>
          <a:r>
            <a:rPr lang="cs-CZ"/>
            <a:t>) a zašle svou </a:t>
          </a:r>
          <a:r>
            <a:rPr lang="cs-CZ" b="1"/>
            <a:t>MAC adresu</a:t>
          </a:r>
          <a:r>
            <a:rPr lang="cs-CZ"/>
            <a:t> zpět.</a:t>
          </a:r>
          <a:endParaRPr lang="en-US"/>
        </a:p>
      </dgm:t>
    </dgm:pt>
    <dgm:pt modelId="{1AC6CF55-4F70-4718-845A-F69BCDC78FD3}" type="parTrans" cxnId="{8FB6C7BF-C87F-44A4-AE4F-9EDBDB61B0D2}">
      <dgm:prSet/>
      <dgm:spPr/>
      <dgm:t>
        <a:bodyPr/>
        <a:lstStyle/>
        <a:p>
          <a:endParaRPr lang="en-US"/>
        </a:p>
      </dgm:t>
    </dgm:pt>
    <dgm:pt modelId="{5376F285-FE7C-4471-8BE5-6567C0646D9D}" type="sibTrans" cxnId="{8FB6C7BF-C87F-44A4-AE4F-9EDBDB61B0D2}">
      <dgm:prSet/>
      <dgm:spPr/>
      <dgm:t>
        <a:bodyPr/>
        <a:lstStyle/>
        <a:p>
          <a:endParaRPr lang="en-US"/>
        </a:p>
      </dgm:t>
    </dgm:pt>
    <dgm:pt modelId="{22EDBF43-5FE9-4E92-8D6D-64EE3D2A5670}">
      <dgm:prSet/>
      <dgm:spPr/>
      <dgm:t>
        <a:bodyPr/>
        <a:lstStyle/>
        <a:p>
          <a:r>
            <a:rPr lang="cs-CZ" b="1">
              <a:solidFill>
                <a:schemeClr val="accent5">
                  <a:lumMod val="40000"/>
                  <a:lumOff val="60000"/>
                </a:schemeClr>
              </a:solidFill>
            </a:rPr>
            <a:t>Zařízení A</a:t>
          </a:r>
          <a:r>
            <a:rPr lang="cs-CZ">
              <a:solidFill>
                <a:schemeClr val="accent5">
                  <a:lumMod val="40000"/>
                  <a:lumOff val="60000"/>
                </a:schemeClr>
              </a:solidFill>
            </a:rPr>
            <a:t> </a:t>
          </a:r>
          <a:r>
            <a:rPr lang="cs-CZ"/>
            <a:t>si uloží tuto MAC adresu do své ARP tabulky (</a:t>
          </a:r>
          <a:r>
            <a:rPr lang="cs-CZ" err="1"/>
            <a:t>cache</a:t>
          </a:r>
          <a:r>
            <a:rPr lang="cs-CZ"/>
            <a:t>) pro budoucí použití, aby při dalších přenosech již nemusel opakovaně provádět ARP dotazy.</a:t>
          </a:r>
          <a:endParaRPr lang="en-US"/>
        </a:p>
      </dgm:t>
    </dgm:pt>
    <dgm:pt modelId="{CA884724-ED28-40C7-9E90-F8E9B267918B}" type="parTrans" cxnId="{551102E6-9418-43D8-ACCE-F955EB7D91FF}">
      <dgm:prSet/>
      <dgm:spPr/>
      <dgm:t>
        <a:bodyPr/>
        <a:lstStyle/>
        <a:p>
          <a:endParaRPr lang="en-US"/>
        </a:p>
      </dgm:t>
    </dgm:pt>
    <dgm:pt modelId="{7B14DD8A-CE34-45A5-AB66-8A9B581CA315}" type="sibTrans" cxnId="{551102E6-9418-43D8-ACCE-F955EB7D91FF}">
      <dgm:prSet/>
      <dgm:spPr/>
      <dgm:t>
        <a:bodyPr/>
        <a:lstStyle/>
        <a:p>
          <a:endParaRPr lang="en-US"/>
        </a:p>
      </dgm:t>
    </dgm:pt>
    <dgm:pt modelId="{B29D7396-1AF0-4BB9-8056-4C05AE5B5057}" type="pres">
      <dgm:prSet presAssocID="{A89FABE9-A2DB-401E-9E12-F6CE0ADC8C1B}" presName="diagram" presStyleCnt="0">
        <dgm:presLayoutVars>
          <dgm:dir/>
          <dgm:resizeHandles val="exact"/>
        </dgm:presLayoutVars>
      </dgm:prSet>
      <dgm:spPr/>
    </dgm:pt>
    <dgm:pt modelId="{58E19DB0-A70A-4298-A2A5-8BBC11645914}" type="pres">
      <dgm:prSet presAssocID="{00A20659-DF6E-4802-A09E-BCE63D5C4945}" presName="node" presStyleLbl="node1" presStyleIdx="0" presStyleCnt="4">
        <dgm:presLayoutVars>
          <dgm:bulletEnabled val="1"/>
        </dgm:presLayoutVars>
      </dgm:prSet>
      <dgm:spPr/>
    </dgm:pt>
    <dgm:pt modelId="{90068E53-D499-42EC-B834-F99BA3B70DB7}" type="pres">
      <dgm:prSet presAssocID="{524D8000-8522-4B29-9745-8D1CD0445595}" presName="sibTrans" presStyleLbl="sibTrans2D1" presStyleIdx="0" presStyleCnt="3"/>
      <dgm:spPr/>
    </dgm:pt>
    <dgm:pt modelId="{64323522-A6AD-4BBE-BBED-AF3EFCC02F0E}" type="pres">
      <dgm:prSet presAssocID="{524D8000-8522-4B29-9745-8D1CD0445595}" presName="connectorText" presStyleLbl="sibTrans2D1" presStyleIdx="0" presStyleCnt="3"/>
      <dgm:spPr/>
    </dgm:pt>
    <dgm:pt modelId="{A1E49A61-BBFB-4626-9E28-7C265C434DCA}" type="pres">
      <dgm:prSet presAssocID="{60FA73E6-6A52-4683-8EF9-0FE9586F422A}" presName="node" presStyleLbl="node1" presStyleIdx="1" presStyleCnt="4">
        <dgm:presLayoutVars>
          <dgm:bulletEnabled val="1"/>
        </dgm:presLayoutVars>
      </dgm:prSet>
      <dgm:spPr/>
    </dgm:pt>
    <dgm:pt modelId="{423AF505-A9E4-4A72-9BB8-9DBC359D0422}" type="pres">
      <dgm:prSet presAssocID="{F6E99225-86A9-439B-B145-820061CDA94F}" presName="sibTrans" presStyleLbl="sibTrans2D1" presStyleIdx="1" presStyleCnt="3"/>
      <dgm:spPr/>
    </dgm:pt>
    <dgm:pt modelId="{33BB7C27-A4E3-43A6-9F71-466119BE63D1}" type="pres">
      <dgm:prSet presAssocID="{F6E99225-86A9-439B-B145-820061CDA94F}" presName="connectorText" presStyleLbl="sibTrans2D1" presStyleIdx="1" presStyleCnt="3"/>
      <dgm:spPr/>
    </dgm:pt>
    <dgm:pt modelId="{117951E1-CBC9-4B71-AD4A-04FD50DEBB9E}" type="pres">
      <dgm:prSet presAssocID="{07BE9B83-7F11-4CB4-98D4-307D3BD46C48}" presName="node" presStyleLbl="node1" presStyleIdx="2" presStyleCnt="4">
        <dgm:presLayoutVars>
          <dgm:bulletEnabled val="1"/>
        </dgm:presLayoutVars>
      </dgm:prSet>
      <dgm:spPr/>
    </dgm:pt>
    <dgm:pt modelId="{97E8900C-B50F-4DD5-B87B-DDE882EE92C5}" type="pres">
      <dgm:prSet presAssocID="{5376F285-FE7C-4471-8BE5-6567C0646D9D}" presName="sibTrans" presStyleLbl="sibTrans2D1" presStyleIdx="2" presStyleCnt="3"/>
      <dgm:spPr/>
    </dgm:pt>
    <dgm:pt modelId="{F9BB4C7E-1D1B-49FE-9C99-1DF23B7B38B0}" type="pres">
      <dgm:prSet presAssocID="{5376F285-FE7C-4471-8BE5-6567C0646D9D}" presName="connectorText" presStyleLbl="sibTrans2D1" presStyleIdx="2" presStyleCnt="3"/>
      <dgm:spPr/>
    </dgm:pt>
    <dgm:pt modelId="{66A21CBE-301E-4A8C-A96F-0CBC4BE018F0}" type="pres">
      <dgm:prSet presAssocID="{22EDBF43-5FE9-4E92-8D6D-64EE3D2A5670}" presName="node" presStyleLbl="node1" presStyleIdx="3" presStyleCnt="4">
        <dgm:presLayoutVars>
          <dgm:bulletEnabled val="1"/>
        </dgm:presLayoutVars>
      </dgm:prSet>
      <dgm:spPr/>
    </dgm:pt>
  </dgm:ptLst>
  <dgm:cxnLst>
    <dgm:cxn modelId="{7784B711-A485-48C1-B7B0-7D566675A627}" type="presOf" srcId="{00A20659-DF6E-4802-A09E-BCE63D5C4945}" destId="{58E19DB0-A70A-4298-A2A5-8BBC11645914}" srcOrd="0" destOrd="0" presId="urn:microsoft.com/office/officeart/2005/8/layout/process5"/>
    <dgm:cxn modelId="{5C915433-CB99-4C28-828F-F57FCE96A3AD}" srcId="{A89FABE9-A2DB-401E-9E12-F6CE0ADC8C1B}" destId="{00A20659-DF6E-4802-A09E-BCE63D5C4945}" srcOrd="0" destOrd="0" parTransId="{D79D403A-E289-4211-A6E7-BF130E7BBFB9}" sibTransId="{524D8000-8522-4B29-9745-8D1CD0445595}"/>
    <dgm:cxn modelId="{EC48F137-B86F-423E-BCA8-AF404E05C14E}" type="presOf" srcId="{A89FABE9-A2DB-401E-9E12-F6CE0ADC8C1B}" destId="{B29D7396-1AF0-4BB9-8056-4C05AE5B5057}" srcOrd="0" destOrd="0" presId="urn:microsoft.com/office/officeart/2005/8/layout/process5"/>
    <dgm:cxn modelId="{76DA3544-507D-40A3-9C10-7B79389FBDD0}" type="presOf" srcId="{5376F285-FE7C-4471-8BE5-6567C0646D9D}" destId="{97E8900C-B50F-4DD5-B87B-DDE882EE92C5}" srcOrd="0" destOrd="0" presId="urn:microsoft.com/office/officeart/2005/8/layout/process5"/>
    <dgm:cxn modelId="{84156246-0617-4CCB-97F0-CEBC637C2029}" type="presOf" srcId="{22EDBF43-5FE9-4E92-8D6D-64EE3D2A5670}" destId="{66A21CBE-301E-4A8C-A96F-0CBC4BE018F0}" srcOrd="0" destOrd="0" presId="urn:microsoft.com/office/officeart/2005/8/layout/process5"/>
    <dgm:cxn modelId="{CFA6BB52-BBBC-4515-B43F-B0B87A3F7C5D}" type="presOf" srcId="{F6E99225-86A9-439B-B145-820061CDA94F}" destId="{33BB7C27-A4E3-43A6-9F71-466119BE63D1}" srcOrd="1" destOrd="0" presId="urn:microsoft.com/office/officeart/2005/8/layout/process5"/>
    <dgm:cxn modelId="{A59E8453-5BF5-44B9-89AA-1D7DDEEFC046}" type="presOf" srcId="{F6E99225-86A9-439B-B145-820061CDA94F}" destId="{423AF505-A9E4-4A72-9BB8-9DBC359D0422}" srcOrd="0" destOrd="0" presId="urn:microsoft.com/office/officeart/2005/8/layout/process5"/>
    <dgm:cxn modelId="{A1F9CC97-D7E4-420B-A018-D31169D25348}" type="presOf" srcId="{524D8000-8522-4B29-9745-8D1CD0445595}" destId="{90068E53-D499-42EC-B834-F99BA3B70DB7}" srcOrd="0" destOrd="0" presId="urn:microsoft.com/office/officeart/2005/8/layout/process5"/>
    <dgm:cxn modelId="{DCD843A3-B5AE-43CD-9253-F371DBB9E2FF}" type="presOf" srcId="{524D8000-8522-4B29-9745-8D1CD0445595}" destId="{64323522-A6AD-4BBE-BBED-AF3EFCC02F0E}" srcOrd="1" destOrd="0" presId="urn:microsoft.com/office/officeart/2005/8/layout/process5"/>
    <dgm:cxn modelId="{943FE5A4-F3CB-4F62-8855-C6A4B71D90A6}" srcId="{A89FABE9-A2DB-401E-9E12-F6CE0ADC8C1B}" destId="{60FA73E6-6A52-4683-8EF9-0FE9586F422A}" srcOrd="1" destOrd="0" parTransId="{2454D7CF-AED4-4C36-A709-5CE2F9FF0DE9}" sibTransId="{F6E99225-86A9-439B-B145-820061CDA94F}"/>
    <dgm:cxn modelId="{43FD85AC-AE43-441F-8B4E-71C4394C3782}" type="presOf" srcId="{07BE9B83-7F11-4CB4-98D4-307D3BD46C48}" destId="{117951E1-CBC9-4B71-AD4A-04FD50DEBB9E}" srcOrd="0" destOrd="0" presId="urn:microsoft.com/office/officeart/2005/8/layout/process5"/>
    <dgm:cxn modelId="{57F862B5-9C14-4594-BE36-30B87A5A35BF}" type="presOf" srcId="{60FA73E6-6A52-4683-8EF9-0FE9586F422A}" destId="{A1E49A61-BBFB-4626-9E28-7C265C434DCA}" srcOrd="0" destOrd="0" presId="urn:microsoft.com/office/officeart/2005/8/layout/process5"/>
    <dgm:cxn modelId="{8FB6C7BF-C87F-44A4-AE4F-9EDBDB61B0D2}" srcId="{A89FABE9-A2DB-401E-9E12-F6CE0ADC8C1B}" destId="{07BE9B83-7F11-4CB4-98D4-307D3BD46C48}" srcOrd="2" destOrd="0" parTransId="{1AC6CF55-4F70-4718-845A-F69BCDC78FD3}" sibTransId="{5376F285-FE7C-4471-8BE5-6567C0646D9D}"/>
    <dgm:cxn modelId="{A9D94AE0-55F2-4FEC-90DB-1F875F9E7569}" type="presOf" srcId="{5376F285-FE7C-4471-8BE5-6567C0646D9D}" destId="{F9BB4C7E-1D1B-49FE-9C99-1DF23B7B38B0}" srcOrd="1" destOrd="0" presId="urn:microsoft.com/office/officeart/2005/8/layout/process5"/>
    <dgm:cxn modelId="{551102E6-9418-43D8-ACCE-F955EB7D91FF}" srcId="{A89FABE9-A2DB-401E-9E12-F6CE0ADC8C1B}" destId="{22EDBF43-5FE9-4E92-8D6D-64EE3D2A5670}" srcOrd="3" destOrd="0" parTransId="{CA884724-ED28-40C7-9E90-F8E9B267918B}" sibTransId="{7B14DD8A-CE34-45A5-AB66-8A9B581CA315}"/>
    <dgm:cxn modelId="{B0D6909D-A70F-4CF7-9F6E-CD7BF36D4AE0}" type="presParOf" srcId="{B29D7396-1AF0-4BB9-8056-4C05AE5B5057}" destId="{58E19DB0-A70A-4298-A2A5-8BBC11645914}" srcOrd="0" destOrd="0" presId="urn:microsoft.com/office/officeart/2005/8/layout/process5"/>
    <dgm:cxn modelId="{4282D208-8FC7-408B-B6BF-4B6C14455533}" type="presParOf" srcId="{B29D7396-1AF0-4BB9-8056-4C05AE5B5057}" destId="{90068E53-D499-42EC-B834-F99BA3B70DB7}" srcOrd="1" destOrd="0" presId="urn:microsoft.com/office/officeart/2005/8/layout/process5"/>
    <dgm:cxn modelId="{F1F5438B-7926-49CF-A8A0-9C471D3E4E1F}" type="presParOf" srcId="{90068E53-D499-42EC-B834-F99BA3B70DB7}" destId="{64323522-A6AD-4BBE-BBED-AF3EFCC02F0E}" srcOrd="0" destOrd="0" presId="urn:microsoft.com/office/officeart/2005/8/layout/process5"/>
    <dgm:cxn modelId="{DB831800-EEAB-49F8-89A6-B44D21A7A153}" type="presParOf" srcId="{B29D7396-1AF0-4BB9-8056-4C05AE5B5057}" destId="{A1E49A61-BBFB-4626-9E28-7C265C434DCA}" srcOrd="2" destOrd="0" presId="urn:microsoft.com/office/officeart/2005/8/layout/process5"/>
    <dgm:cxn modelId="{0C040BD4-E08C-4624-8715-6174D4D5AFD5}" type="presParOf" srcId="{B29D7396-1AF0-4BB9-8056-4C05AE5B5057}" destId="{423AF505-A9E4-4A72-9BB8-9DBC359D0422}" srcOrd="3" destOrd="0" presId="urn:microsoft.com/office/officeart/2005/8/layout/process5"/>
    <dgm:cxn modelId="{27373D35-8813-4590-9BC2-32627AD697B2}" type="presParOf" srcId="{423AF505-A9E4-4A72-9BB8-9DBC359D0422}" destId="{33BB7C27-A4E3-43A6-9F71-466119BE63D1}" srcOrd="0" destOrd="0" presId="urn:microsoft.com/office/officeart/2005/8/layout/process5"/>
    <dgm:cxn modelId="{9B32E7B1-7CBF-45E8-B5D3-FAFEBB17DCFB}" type="presParOf" srcId="{B29D7396-1AF0-4BB9-8056-4C05AE5B5057}" destId="{117951E1-CBC9-4B71-AD4A-04FD50DEBB9E}" srcOrd="4" destOrd="0" presId="urn:microsoft.com/office/officeart/2005/8/layout/process5"/>
    <dgm:cxn modelId="{D594D194-EDEB-4F41-8CE6-C4C6D2648956}" type="presParOf" srcId="{B29D7396-1AF0-4BB9-8056-4C05AE5B5057}" destId="{97E8900C-B50F-4DD5-B87B-DDE882EE92C5}" srcOrd="5" destOrd="0" presId="urn:microsoft.com/office/officeart/2005/8/layout/process5"/>
    <dgm:cxn modelId="{5AF6791A-A017-450B-AE1E-DE8442141496}" type="presParOf" srcId="{97E8900C-B50F-4DD5-B87B-DDE882EE92C5}" destId="{F9BB4C7E-1D1B-49FE-9C99-1DF23B7B38B0}" srcOrd="0" destOrd="0" presId="urn:microsoft.com/office/officeart/2005/8/layout/process5"/>
    <dgm:cxn modelId="{087F8928-0A18-4020-83A1-34D77BE480CF}" type="presParOf" srcId="{B29D7396-1AF0-4BB9-8056-4C05AE5B5057}" destId="{66A21CBE-301E-4A8C-A96F-0CBC4BE018F0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19DB0-A70A-4298-A2A5-8BBC11645914}">
      <dsp:nvSpPr>
        <dsp:cNvPr id="0" name=""/>
        <dsp:cNvSpPr/>
      </dsp:nvSpPr>
      <dsp:spPr>
        <a:xfrm>
          <a:off x="1037747" y="1927"/>
          <a:ext cx="1786541" cy="10719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chemeClr val="accent5">
                  <a:lumMod val="40000"/>
                  <a:lumOff val="60000"/>
                </a:schemeClr>
              </a:solidFill>
            </a:rPr>
            <a:t>Zařízení A</a:t>
          </a:r>
          <a:r>
            <a:rPr lang="cs-CZ" sz="1100" kern="1200"/>
            <a:t> chce odeslat data na IP adresu </a:t>
          </a:r>
          <a:r>
            <a:rPr lang="cs-CZ" sz="1100" kern="1200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 sz="1100" kern="1200"/>
            <a:t>.</a:t>
          </a:r>
          <a:endParaRPr lang="en-US" sz="1100" kern="1200"/>
        </a:p>
      </dsp:txBody>
      <dsp:txXfrm>
        <a:off x="1069143" y="33323"/>
        <a:ext cx="1723749" cy="1009132"/>
      </dsp:txXfrm>
    </dsp:sp>
    <dsp:sp modelId="{90068E53-D499-42EC-B834-F99BA3B70DB7}">
      <dsp:nvSpPr>
        <dsp:cNvPr id="0" name=""/>
        <dsp:cNvSpPr/>
      </dsp:nvSpPr>
      <dsp:spPr>
        <a:xfrm>
          <a:off x="2981504" y="316359"/>
          <a:ext cx="378746" cy="443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981504" y="404971"/>
        <a:ext cx="265122" cy="265838"/>
      </dsp:txXfrm>
    </dsp:sp>
    <dsp:sp modelId="{A1E49A61-BBFB-4626-9E28-7C265C434DCA}">
      <dsp:nvSpPr>
        <dsp:cNvPr id="0" name=""/>
        <dsp:cNvSpPr/>
      </dsp:nvSpPr>
      <dsp:spPr>
        <a:xfrm>
          <a:off x="3538905" y="1927"/>
          <a:ext cx="1786541" cy="10719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/>
            <a:t>ARP požadavek</a:t>
          </a:r>
          <a:r>
            <a:rPr lang="cs-CZ" sz="1100" kern="1200"/>
            <a:t> (</a:t>
          </a:r>
          <a:r>
            <a:rPr lang="cs-CZ" sz="1100" b="1" kern="1200"/>
            <a:t>ARP </a:t>
          </a:r>
          <a:r>
            <a:rPr lang="cs-CZ" sz="1100" b="1" kern="1200" err="1"/>
            <a:t>Request</a:t>
          </a:r>
          <a:r>
            <a:rPr lang="cs-CZ" sz="1100" kern="1200"/>
            <a:t>): Pokud nezná MAC adresu </a:t>
          </a:r>
          <a:r>
            <a:rPr lang="cs-CZ" sz="1100" kern="1200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 sz="1100" kern="1200"/>
            <a:t>, vyšle </a:t>
          </a:r>
          <a:r>
            <a:rPr lang="cs-CZ" sz="1100" b="1" kern="1200"/>
            <a:t>ARP dotaz</a:t>
          </a:r>
          <a:r>
            <a:rPr lang="cs-CZ" sz="1100" kern="1200"/>
            <a:t> všem v síti: „Kdo má tuto IP adresu?“</a:t>
          </a:r>
          <a:endParaRPr lang="en-US" sz="1100" kern="1200"/>
        </a:p>
      </dsp:txBody>
      <dsp:txXfrm>
        <a:off x="3570301" y="33323"/>
        <a:ext cx="1723749" cy="1009132"/>
      </dsp:txXfrm>
    </dsp:sp>
    <dsp:sp modelId="{423AF505-A9E4-4A72-9BB8-9DBC359D0422}">
      <dsp:nvSpPr>
        <dsp:cNvPr id="0" name=""/>
        <dsp:cNvSpPr/>
      </dsp:nvSpPr>
      <dsp:spPr>
        <a:xfrm rot="5400000">
          <a:off x="4242802" y="1198910"/>
          <a:ext cx="378746" cy="443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-5400000">
        <a:off x="4299256" y="1231068"/>
        <a:ext cx="265838" cy="265122"/>
      </dsp:txXfrm>
    </dsp:sp>
    <dsp:sp modelId="{117951E1-CBC9-4B71-AD4A-04FD50DEBB9E}">
      <dsp:nvSpPr>
        <dsp:cNvPr id="0" name=""/>
        <dsp:cNvSpPr/>
      </dsp:nvSpPr>
      <dsp:spPr>
        <a:xfrm>
          <a:off x="3538905" y="1788469"/>
          <a:ext cx="1786541" cy="10719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chemeClr val="accent6">
                  <a:lumMod val="40000"/>
                  <a:lumOff val="60000"/>
                </a:schemeClr>
              </a:solidFill>
            </a:rPr>
            <a:t>Zařízení B</a:t>
          </a:r>
          <a:r>
            <a:rPr lang="cs-CZ" sz="1100" kern="1200"/>
            <a:t> (které má odpovídající IP adresu) odpoví </a:t>
          </a:r>
          <a:r>
            <a:rPr lang="cs-CZ" sz="1100" b="1" kern="1200"/>
            <a:t>ARP odpovědí</a:t>
          </a:r>
          <a:r>
            <a:rPr lang="cs-CZ" sz="1100" kern="1200"/>
            <a:t> (</a:t>
          </a:r>
          <a:r>
            <a:rPr lang="cs-CZ" sz="1100" b="1" kern="1200"/>
            <a:t>ARP </a:t>
          </a:r>
          <a:r>
            <a:rPr lang="cs-CZ" sz="1100" b="1" kern="1200" err="1"/>
            <a:t>Reply</a:t>
          </a:r>
          <a:r>
            <a:rPr lang="cs-CZ" sz="1100" kern="1200"/>
            <a:t>) a zašle svou </a:t>
          </a:r>
          <a:r>
            <a:rPr lang="cs-CZ" sz="1100" b="1" kern="1200"/>
            <a:t>MAC adresu</a:t>
          </a:r>
          <a:r>
            <a:rPr lang="cs-CZ" sz="1100" kern="1200"/>
            <a:t> zpět.</a:t>
          </a:r>
          <a:endParaRPr lang="en-US" sz="1100" kern="1200"/>
        </a:p>
      </dsp:txBody>
      <dsp:txXfrm>
        <a:off x="3570301" y="1819865"/>
        <a:ext cx="1723749" cy="1009132"/>
      </dsp:txXfrm>
    </dsp:sp>
    <dsp:sp modelId="{97E8900C-B50F-4DD5-B87B-DDE882EE92C5}">
      <dsp:nvSpPr>
        <dsp:cNvPr id="0" name=""/>
        <dsp:cNvSpPr/>
      </dsp:nvSpPr>
      <dsp:spPr>
        <a:xfrm rot="10800000">
          <a:off x="3002942" y="2102900"/>
          <a:ext cx="378746" cy="4430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116566" y="2191512"/>
        <a:ext cx="265122" cy="265838"/>
      </dsp:txXfrm>
    </dsp:sp>
    <dsp:sp modelId="{66A21CBE-301E-4A8C-A96F-0CBC4BE018F0}">
      <dsp:nvSpPr>
        <dsp:cNvPr id="0" name=""/>
        <dsp:cNvSpPr/>
      </dsp:nvSpPr>
      <dsp:spPr>
        <a:xfrm>
          <a:off x="1037747" y="1788469"/>
          <a:ext cx="1786541" cy="10719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b="1" kern="1200">
              <a:solidFill>
                <a:schemeClr val="accent5">
                  <a:lumMod val="40000"/>
                  <a:lumOff val="60000"/>
                </a:schemeClr>
              </a:solidFill>
            </a:rPr>
            <a:t>Zařízení A</a:t>
          </a:r>
          <a:r>
            <a:rPr lang="cs-CZ" sz="1100" kern="1200">
              <a:solidFill>
                <a:schemeClr val="accent5">
                  <a:lumMod val="40000"/>
                  <a:lumOff val="60000"/>
                </a:schemeClr>
              </a:solidFill>
            </a:rPr>
            <a:t> </a:t>
          </a:r>
          <a:r>
            <a:rPr lang="cs-CZ" sz="1100" kern="1200"/>
            <a:t>si uloží tuto MAC adresu do své ARP tabulky (</a:t>
          </a:r>
          <a:r>
            <a:rPr lang="cs-CZ" sz="1100" kern="1200" err="1"/>
            <a:t>cache</a:t>
          </a:r>
          <a:r>
            <a:rPr lang="cs-CZ" sz="1100" kern="1200"/>
            <a:t>) pro budoucí použití, aby při dalších přenosech již nemusel opakovaně provádět ARP dotazy.</a:t>
          </a:r>
          <a:endParaRPr lang="en-US" sz="1100" kern="1200"/>
        </a:p>
      </dsp:txBody>
      <dsp:txXfrm>
        <a:off x="1069143" y="1819865"/>
        <a:ext cx="1723749" cy="1009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09.12.2024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Popis základních TCP/IP</a:t>
            </a:r>
            <a:b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(Transmission Control Protocol/Internet Protocol)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C52360A5-A511-645B-4804-A0FCF9AE46F2}"/>
              </a:ext>
            </a:extLst>
          </p:cNvPr>
          <p:cNvSpPr txBox="1"/>
          <p:nvPr/>
        </p:nvSpPr>
        <p:spPr>
          <a:xfrm>
            <a:off x="1208228" y="5972174"/>
            <a:ext cx="8578699" cy="50482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fontScale="550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Jiří Rojek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err="1">
                <a:solidFill>
                  <a:srgbClr val="FFFFFF"/>
                </a:solidFill>
              </a:rPr>
              <a:t>Otázka</a:t>
            </a:r>
            <a:r>
              <a:rPr lang="en-US" sz="2000">
                <a:solidFill>
                  <a:srgbClr val="FFFFFF"/>
                </a:solidFill>
              </a:rPr>
              <a:t> 14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15B8F6-0363-72D6-64CE-6D590D8E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785" y="17"/>
            <a:ext cx="5153249" cy="1330841"/>
          </a:xfrm>
        </p:spPr>
        <p:txBody>
          <a:bodyPr>
            <a:normAutofit/>
          </a:bodyPr>
          <a:lstStyle/>
          <a:p>
            <a:pPr algn="ctr"/>
            <a:r>
              <a:rPr lang="cs-CZ"/>
              <a:t>TCP/IP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0825D9-0BC6-0539-1714-2DE516D15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24" y="1471397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cs-CZ" sz="2000"/>
          </a:p>
          <a:p>
            <a:endParaRPr lang="cs-CZ" sz="2000"/>
          </a:p>
        </p:txBody>
      </p:sp>
      <p:sp>
        <p:nvSpPr>
          <p:cNvPr id="22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30EA340-23E2-2C87-507F-924BBD812B10}"/>
              </a:ext>
            </a:extLst>
          </p:cNvPr>
          <p:cNvSpPr txBox="1"/>
          <p:nvPr/>
        </p:nvSpPr>
        <p:spPr>
          <a:xfrm>
            <a:off x="583259" y="1627481"/>
            <a:ext cx="667343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b="1">
                <a:ea typeface="+mn-lt"/>
                <a:cs typeface="+mn-lt"/>
              </a:rPr>
              <a:t>TCP/IP</a:t>
            </a:r>
            <a:r>
              <a:rPr lang="cs-CZ">
                <a:ea typeface="+mn-lt"/>
                <a:cs typeface="+mn-lt"/>
              </a:rPr>
              <a:t> je organizován do čtyř vrstev, kde každá má specifickou funkci.</a:t>
            </a:r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 Tento model je jednodušší než tradiční</a:t>
            </a:r>
            <a:r>
              <a:rPr lang="cs-CZ" b="1">
                <a:ea typeface="+mn-lt"/>
                <a:cs typeface="+mn-lt"/>
              </a:rPr>
              <a:t> OSI model</a:t>
            </a:r>
            <a:r>
              <a:rPr lang="cs-CZ">
                <a:ea typeface="+mn-lt"/>
                <a:cs typeface="+mn-lt"/>
              </a:rPr>
              <a:t> (</a:t>
            </a:r>
            <a:r>
              <a:rPr lang="cs-CZ" b="1">
                <a:solidFill>
                  <a:srgbClr val="0070C0"/>
                </a:solidFill>
                <a:ea typeface="+mn-lt"/>
                <a:cs typeface="+mn-lt"/>
              </a:rPr>
              <a:t>Open Systems </a:t>
            </a:r>
            <a:r>
              <a:rPr lang="cs-CZ" b="1" err="1">
                <a:solidFill>
                  <a:srgbClr val="0070C0"/>
                </a:solidFill>
                <a:ea typeface="+mn-lt"/>
                <a:cs typeface="+mn-lt"/>
              </a:rPr>
              <a:t>Interconnection</a:t>
            </a:r>
            <a:r>
              <a:rPr lang="cs-CZ">
                <a:ea typeface="+mn-lt"/>
                <a:cs typeface="+mn-lt"/>
              </a:rPr>
              <a:t>) s 7 vrstvami, ale plní podobný účel.</a:t>
            </a:r>
            <a:endParaRPr lang="cs-CZ"/>
          </a:p>
        </p:txBody>
      </p:sp>
      <p:pic>
        <p:nvPicPr>
          <p:cNvPr id="7" name="Obrázek 6" descr="What is the TCP/IP Model?">
            <a:extLst>
              <a:ext uri="{FF2B5EF4-FFF2-40B4-BE49-F238E27FC236}">
                <a16:creationId xmlns:a16="http://schemas.microsoft.com/office/drawing/2014/main" id="{E3A3ECEB-5AFE-9EAF-9ACD-B57677A31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426836"/>
            <a:ext cx="5772150" cy="3190875"/>
          </a:xfrm>
          <a:prstGeom prst="rect">
            <a:avLst/>
          </a:prstGeom>
        </p:spPr>
      </p:pic>
      <p:pic>
        <p:nvPicPr>
          <p:cNvPr id="9" name="Obrázek 8" descr="What is TCP IP">
            <a:extLst>
              <a:ext uri="{FF2B5EF4-FFF2-40B4-BE49-F238E27FC236}">
                <a16:creationId xmlns:a16="http://schemas.microsoft.com/office/drawing/2014/main" id="{19AF53F6-0141-3296-3B82-7EC92EA3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959" y="3427477"/>
            <a:ext cx="5959433" cy="328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6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1279A1-F9A6-52E2-A623-56EDEE500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138794"/>
            <a:ext cx="4395340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DHCP</a:t>
            </a:r>
            <a:b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(Dynamic Host Configuration Protocol)</a:t>
            </a:r>
          </a:p>
        </p:txBody>
      </p:sp>
      <p:sp>
        <p:nvSpPr>
          <p:cNvPr id="53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Zástupný obsah 3" descr="Obsah obrázku snímek obrazovky, text, diagram, design&#10;&#10;Popis se vygeneroval automaticky.">
            <a:extLst>
              <a:ext uri="{FF2B5EF4-FFF2-40B4-BE49-F238E27FC236}">
                <a16:creationId xmlns:a16="http://schemas.microsoft.com/office/drawing/2014/main" id="{EA0B6A05-86CD-6707-437A-1D44B25DA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143" y="1855984"/>
            <a:ext cx="5221625" cy="3146032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9FD249FE-241E-7D73-C44F-0B85D9168A11}"/>
              </a:ext>
            </a:extLst>
          </p:cNvPr>
          <p:cNvSpPr txBox="1"/>
          <p:nvPr/>
        </p:nvSpPr>
        <p:spPr>
          <a:xfrm>
            <a:off x="6410725" y="1856708"/>
            <a:ext cx="4389365" cy="449964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Je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protokol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který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automaticky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přiděluje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další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síťové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informace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zařízením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síti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Usnadňuje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připojených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zařízení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bez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nutnosti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ručního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nastavování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Po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získání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IP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komunikace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UNICAST/BROADCAST</a:t>
            </a:r>
            <a:endParaRPr lang="en-US" sz="14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Co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DHCP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poskytuje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>
                    <a:alpha val="80000"/>
                  </a:srgbClr>
                </a:solidFill>
              </a:rPr>
              <a:t>IP </a:t>
            </a: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adresu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Dynamicky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přidělenou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adresu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pro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komunikaci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síti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Masku</a:t>
            </a:r>
            <a:r>
              <a:rPr lang="en-US" sz="1400" b="1">
                <a:solidFill>
                  <a:srgbClr val="00B050">
                    <a:alpha val="80000"/>
                  </a:srgbClr>
                </a:solidFill>
              </a:rPr>
              <a:t> </a:t>
            </a: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podsítě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Definuje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velikost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strukturu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sítě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Výchozí</a:t>
            </a:r>
            <a:r>
              <a:rPr lang="en-US" sz="1400" b="1">
                <a:solidFill>
                  <a:srgbClr val="00B050">
                    <a:alpha val="80000"/>
                  </a:srgbClr>
                </a:solidFill>
              </a:rPr>
              <a:t> </a:t>
            </a: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bránu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400" b="1">
                <a:solidFill>
                  <a:srgbClr val="0070C0">
                    <a:alpha val="80000"/>
                  </a:srgbClr>
                </a:solidFill>
              </a:rPr>
              <a:t>gateway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)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Směřuje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síťový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provoz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mimo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lokální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síť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>
                    <a:alpha val="80000"/>
                  </a:srgbClr>
                </a:solidFill>
              </a:rPr>
              <a:t>DNS </a:t>
            </a:r>
            <a:r>
              <a:rPr lang="en-US" sz="1400" b="1" err="1">
                <a:solidFill>
                  <a:srgbClr val="00B050">
                    <a:alpha val="80000"/>
                  </a:srgbClr>
                </a:solidFill>
              </a:rPr>
              <a:t>servery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Zajišťují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překlad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doménových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jmen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Další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volitelné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informace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: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Např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NTP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servery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(</a:t>
            </a:r>
            <a:r>
              <a:rPr lang="en-US" sz="1400" b="1" err="1">
                <a:solidFill>
                  <a:srgbClr val="0070C0">
                    <a:alpha val="80000"/>
                  </a:srgbClr>
                </a:solidFill>
              </a:rPr>
              <a:t>synchronizace</a:t>
            </a:r>
            <a:r>
              <a:rPr lang="en-US" sz="1400" b="1">
                <a:solidFill>
                  <a:srgbClr val="0070C0">
                    <a:alpha val="80000"/>
                  </a:srgbClr>
                </a:solidFill>
              </a:rPr>
              <a:t> </a:t>
            </a:r>
            <a:r>
              <a:rPr lang="en-US" sz="1400" b="1" err="1">
                <a:solidFill>
                  <a:srgbClr val="0070C0">
                    <a:alpha val="80000"/>
                  </a:srgbClr>
                </a:solidFill>
              </a:rPr>
              <a:t>času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)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5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38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Obsah obrázku text, snímek obrazovky, diagram, design&#10;&#10;Popis se vygeneroval automaticky.">
            <a:extLst>
              <a:ext uri="{FF2B5EF4-FFF2-40B4-BE49-F238E27FC236}">
                <a16:creationId xmlns:a16="http://schemas.microsoft.com/office/drawing/2014/main" id="{90A9D26A-3864-5378-7E87-F089958F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2358567"/>
            <a:ext cx="5221625" cy="2140866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AB3008-C789-3D76-395C-050DB552E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416" y="262326"/>
            <a:ext cx="5406927" cy="63292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Zprávy používané v procesu DHCP: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rgbClr val="FF0000"/>
                </a:solidFill>
              </a:rPr>
              <a:t>DHCP DISCOVER </a:t>
            </a:r>
            <a:endParaRPr lang="cs-CZ" sz="180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Klient vysílá žádost o přidělení </a:t>
            </a:r>
            <a:r>
              <a:rPr lang="cs-CZ" sz="1800" b="1">
                <a:solidFill>
                  <a:schemeClr val="tx1">
                    <a:alpha val="80000"/>
                  </a:schemeClr>
                </a:solidFill>
              </a:rPr>
              <a:t>IP adresy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 do celé sítě.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rgbClr val="FF0000"/>
                </a:solidFill>
              </a:rPr>
              <a:t>DHCP OFFER</a:t>
            </a:r>
            <a:r>
              <a:rPr lang="cs-CZ" sz="1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cs-CZ" sz="18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cs-CZ" sz="1800" b="1">
                <a:solidFill>
                  <a:schemeClr val="tx1">
                    <a:alpha val="80000"/>
                  </a:schemeClr>
                </a:solidFill>
              </a:rPr>
              <a:t>DHCP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 server odpoví s nabídkou </a:t>
            </a:r>
            <a:r>
              <a:rPr lang="cs-CZ" sz="1800" b="1">
                <a:solidFill>
                  <a:schemeClr val="tx1">
                    <a:alpha val="80000"/>
                  </a:schemeClr>
                </a:solidFill>
              </a:rPr>
              <a:t>IP adresy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 a dalších síťových parametrů.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rgbClr val="FF0000"/>
                </a:solidFill>
              </a:rPr>
              <a:t>DHCP REQUEST </a:t>
            </a:r>
            <a:endParaRPr lang="cs-CZ" sz="180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Klient přijímá nabídku a žádá o konkrétní </a:t>
            </a:r>
            <a:r>
              <a:rPr lang="cs-CZ" sz="1800" b="1">
                <a:solidFill>
                  <a:schemeClr val="tx1">
                    <a:alpha val="80000"/>
                  </a:schemeClr>
                </a:solidFill>
              </a:rPr>
              <a:t>IP adresu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rgbClr val="FF0000"/>
                </a:solidFill>
              </a:rPr>
              <a:t>DHCP ACKNOWLEDGE</a:t>
            </a:r>
          </a:p>
          <a:p>
            <a:pPr>
              <a:spcBef>
                <a:spcPts val="0"/>
              </a:spcBef>
            </a:pP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Server potvrzuje přidělení </a:t>
            </a:r>
            <a:r>
              <a:rPr lang="cs-CZ" sz="1800" b="1">
                <a:solidFill>
                  <a:schemeClr val="tx1">
                    <a:alpha val="80000"/>
                  </a:schemeClr>
                </a:solidFill>
              </a:rPr>
              <a:t>IP adresy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</a:rPr>
              <a:t> a odesílá finální konfiguraci.</a:t>
            </a:r>
          </a:p>
          <a:p>
            <a:pPr marL="0" indent="0">
              <a:buNone/>
            </a:pPr>
            <a:r>
              <a:rPr lang="cs-CZ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Výhody DHCP:</a:t>
            </a:r>
          </a:p>
          <a:p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Odstraňuje potřebu ručního nastavování </a:t>
            </a:r>
            <a:r>
              <a:rPr lang="cs-CZ" sz="18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IP adres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cs-CZ" sz="18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Všechna síťová nastavení jsou spravována z jednoho místa.</a:t>
            </a:r>
            <a:endParaRPr lang="cs-CZ" sz="18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cs-CZ" sz="18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IP adresy</a:t>
            </a:r>
            <a:r>
              <a:rPr lang="cs-CZ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jsou přidělovány dynamicky a recyklovány po vypršení platnosti.</a:t>
            </a:r>
            <a:endParaRPr lang="cs-CZ" sz="1800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ts val="0"/>
              </a:spcBef>
            </a:pPr>
            <a:endParaRPr lang="cs-CZ" sz="13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82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A78E3CC-672F-2CA5-CD74-93CD24FE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ARP</a:t>
            </a:r>
            <a:b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(Address Resolution Protocol)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A5B98204-9884-27BB-7C34-D8EAD715B9C2}"/>
              </a:ext>
            </a:extLst>
          </p:cNvPr>
          <p:cNvSpPr txBox="1"/>
          <p:nvPr/>
        </p:nvSpPr>
        <p:spPr>
          <a:xfrm>
            <a:off x="6297233" y="518400"/>
            <a:ext cx="4771607" cy="58379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překládá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20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MAC </a:t>
            </a:r>
            <a:r>
              <a:rPr lang="en-US" sz="20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v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lokálních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sítích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 sz="2000" b="1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Je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nezbytný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pro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doručování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dat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v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rámci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místních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sítí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jako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jsou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například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 err="1">
                <a:solidFill>
                  <a:schemeClr val="tx1">
                    <a:alpha val="80000"/>
                  </a:schemeClr>
                </a:solidFill>
              </a:rPr>
              <a:t>Ethernetové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 err="1">
                <a:solidFill>
                  <a:schemeClr val="tx1">
                    <a:alpha val="80000"/>
                  </a:schemeClr>
                </a:solidFill>
              </a:rPr>
              <a:t>sítě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 sz="2000" b="1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Každé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zařízení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má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ARP </a:t>
            </a:r>
            <a:r>
              <a:rPr lang="en-US" sz="2000" b="1" err="1">
                <a:solidFill>
                  <a:schemeClr val="tx1">
                    <a:alpha val="80000"/>
                  </a:schemeClr>
                </a:solidFill>
              </a:rPr>
              <a:t>tabulku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kde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si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dočasně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ukládá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párování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IP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MAC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adres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Pro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získání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mac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posílá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BROADCAST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request do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celé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sítě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hledá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potřebnou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mac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adresu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FF0000">
                    <a:alpha val="80000"/>
                  </a:srgbClr>
                </a:solidFill>
              </a:rPr>
              <a:t>ARP spoofing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představuje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bezpečnostní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riziko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kdy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útočník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může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manipulovat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s </a:t>
            </a: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ARP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dotazy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2000" err="1">
                <a:solidFill>
                  <a:schemeClr val="tx1">
                    <a:alpha val="80000"/>
                  </a:schemeClr>
                </a:solidFill>
              </a:rPr>
              <a:t>odpověďmi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966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 descr="ARP (Address Resolution Protocol) explained">
            <a:extLst>
              <a:ext uri="{FF2B5EF4-FFF2-40B4-BE49-F238E27FC236}">
                <a16:creationId xmlns:a16="http://schemas.microsoft.com/office/drawing/2014/main" id="{47D367D3-FCE5-2038-A5A7-E268180E5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645" y="311273"/>
            <a:ext cx="3486150" cy="3362325"/>
          </a:xfrm>
          <a:prstGeom prst="rect">
            <a:avLst/>
          </a:prstGeom>
        </p:spPr>
      </p:pic>
      <p:pic>
        <p:nvPicPr>
          <p:cNvPr id="5" name="Obrázek 4" descr="ARP spoofing - Wikipedia">
            <a:extLst>
              <a:ext uri="{FF2B5EF4-FFF2-40B4-BE49-F238E27FC236}">
                <a16:creationId xmlns:a16="http://schemas.microsoft.com/office/drawing/2014/main" id="{4DD0237F-B5FE-7DF6-F48A-28F01C13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08" y="3429856"/>
            <a:ext cx="4306784" cy="3283794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B5607DA1-2D9D-3BF4-A90B-27F2DEDD8544}"/>
              </a:ext>
            </a:extLst>
          </p:cNvPr>
          <p:cNvSpPr txBox="1"/>
          <p:nvPr/>
        </p:nvSpPr>
        <p:spPr>
          <a:xfrm>
            <a:off x="5207355" y="3672205"/>
            <a:ext cx="4661064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ARP spoofing:</a:t>
            </a:r>
            <a:endParaRPr lang="cs-CZ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Útočník podvrhne svou </a:t>
            </a:r>
            <a:r>
              <a:rPr lang="cs-CZ" b="1">
                <a:ea typeface="+mn-lt"/>
                <a:cs typeface="+mn-lt"/>
              </a:rPr>
              <a:t>MAC adresu</a:t>
            </a:r>
            <a:r>
              <a:rPr lang="cs-CZ">
                <a:ea typeface="+mn-lt"/>
                <a:cs typeface="+mn-lt"/>
              </a:rPr>
              <a:t> do </a:t>
            </a:r>
            <a:r>
              <a:rPr lang="cs-CZ" b="1">
                <a:ea typeface="+mn-lt"/>
                <a:cs typeface="+mn-lt"/>
              </a:rPr>
              <a:t>ARP tabulky</a:t>
            </a:r>
            <a:r>
              <a:rPr lang="cs-CZ">
                <a:ea typeface="+mn-lt"/>
                <a:cs typeface="+mn-lt"/>
              </a:rPr>
              <a:t> oběti.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Síťová zařízení nyní komunikují s </a:t>
            </a:r>
            <a:r>
              <a:rPr lang="cs-CZ" b="1">
                <a:ea typeface="+mn-lt"/>
                <a:cs typeface="+mn-lt"/>
              </a:rPr>
              <a:t>útočníkem</a:t>
            </a:r>
            <a:r>
              <a:rPr lang="cs-CZ">
                <a:ea typeface="+mn-lt"/>
                <a:cs typeface="+mn-lt"/>
              </a:rPr>
              <a:t> místo s r</a:t>
            </a:r>
            <a:r>
              <a:rPr lang="cs-CZ" b="1">
                <a:ea typeface="+mn-lt"/>
                <a:cs typeface="+mn-lt"/>
              </a:rPr>
              <a:t>outerem</a:t>
            </a:r>
            <a:r>
              <a:rPr lang="cs-CZ">
                <a:ea typeface="+mn-lt"/>
                <a:cs typeface="+mn-lt"/>
              </a:rPr>
              <a:t>.</a:t>
            </a:r>
            <a:endParaRPr lang="cs-CZ"/>
          </a:p>
          <a:p>
            <a:pPr marL="285750" indent="-285750">
              <a:buFont typeface="Arial"/>
              <a:buChar char="•"/>
            </a:pPr>
            <a:r>
              <a:rPr lang="cs-CZ">
                <a:ea typeface="+mn-lt"/>
                <a:cs typeface="+mn-lt"/>
              </a:rPr>
              <a:t>Útočník </a:t>
            </a:r>
            <a:r>
              <a:rPr lang="cs-CZ" b="1">
                <a:ea typeface="+mn-lt"/>
                <a:cs typeface="+mn-lt"/>
              </a:rPr>
              <a:t>monitoruje</a:t>
            </a:r>
            <a:r>
              <a:rPr lang="cs-CZ">
                <a:ea typeface="+mn-lt"/>
                <a:cs typeface="+mn-lt"/>
              </a:rPr>
              <a:t>, </a:t>
            </a:r>
            <a:r>
              <a:rPr lang="cs-CZ" b="1">
                <a:ea typeface="+mn-lt"/>
                <a:cs typeface="+mn-lt"/>
              </a:rPr>
              <a:t>modifikuje</a:t>
            </a:r>
            <a:r>
              <a:rPr lang="cs-CZ">
                <a:ea typeface="+mn-lt"/>
                <a:cs typeface="+mn-lt"/>
              </a:rPr>
              <a:t> nebo </a:t>
            </a:r>
            <a:r>
              <a:rPr lang="cs-CZ" b="1">
                <a:ea typeface="+mn-lt"/>
                <a:cs typeface="+mn-lt"/>
              </a:rPr>
              <a:t>blokuje</a:t>
            </a:r>
            <a:r>
              <a:rPr lang="cs-CZ">
                <a:ea typeface="+mn-lt"/>
                <a:cs typeface="+mn-lt"/>
              </a:rPr>
              <a:t> komunikaci.</a:t>
            </a:r>
            <a:endParaRPr lang="cs-CZ"/>
          </a:p>
        </p:txBody>
      </p:sp>
      <p:graphicFrame>
        <p:nvGraphicFramePr>
          <p:cNvPr id="14" name="TextovéPole 2">
            <a:extLst>
              <a:ext uri="{FF2B5EF4-FFF2-40B4-BE49-F238E27FC236}">
                <a16:creationId xmlns:a16="http://schemas.microsoft.com/office/drawing/2014/main" id="{0B40F412-46F2-F7E3-00CD-F20A0D60ED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904187"/>
              </p:ext>
            </p:extLst>
          </p:nvPr>
        </p:nvGraphicFramePr>
        <p:xfrm>
          <a:off x="-1880" y="557439"/>
          <a:ext cx="6363194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1826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1610373-F41C-24F5-0BA7-2C99ED13A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2091" y="501651"/>
            <a:ext cx="4395340" cy="17162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DNS</a:t>
            </a:r>
            <a:b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(Domain Name System)</a:t>
            </a:r>
          </a:p>
        </p:txBody>
      </p:sp>
      <p:sp>
        <p:nvSpPr>
          <p:cNvPr id="31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Co je to IP adresa? Jak funguje DNS? - GIGASERVER.CZ / Znalostní báze">
            <a:extLst>
              <a:ext uri="{FF2B5EF4-FFF2-40B4-BE49-F238E27FC236}">
                <a16:creationId xmlns:a16="http://schemas.microsoft.com/office/drawing/2014/main" id="{2FCA4ECB-071C-4515-3027-0E01BEF1B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890854"/>
            <a:ext cx="5221625" cy="5076292"/>
          </a:xfrm>
          <a:prstGeom prst="rect">
            <a:avLst/>
          </a:prstGeom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253D44B-C91E-AF27-3866-F51BAAB60789}"/>
              </a:ext>
            </a:extLst>
          </p:cNvPr>
          <p:cNvSpPr txBox="1"/>
          <p:nvPr/>
        </p:nvSpPr>
        <p:spPr>
          <a:xfrm>
            <a:off x="6392583" y="2645922"/>
            <a:ext cx="4434721" cy="371042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DNS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základní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internetový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protokol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který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překládá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čitelná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doménová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jména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9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900">
                <a:solidFill>
                  <a:schemeClr val="tx2">
                    <a:lumMod val="49000"/>
                    <a:lumOff val="51000"/>
                  </a:schemeClr>
                </a:solidFill>
              </a:rPr>
              <a:t>. </a:t>
            </a:r>
            <a:r>
              <a:rPr lang="en-US" sz="1900">
                <a:solidFill>
                  <a:schemeClr val="tx2">
                    <a:lumMod val="49000"/>
                    <a:lumOff val="51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www.example.com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)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odpovídající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9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900">
                <a:solidFill>
                  <a:schemeClr val="tx2">
                    <a:lumMod val="49000"/>
                    <a:lumOff val="51000"/>
                  </a:schemeClr>
                </a:solidFill>
              </a:rPr>
              <a:t>. 192.168.1.1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DNS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funguje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jako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>
                <a:solidFill>
                  <a:schemeClr val="accent1">
                    <a:lumMod val="60000"/>
                    <a:lumOff val="40000"/>
                  </a:schemeClr>
                </a:solidFill>
              </a:rPr>
              <a:t>„</a:t>
            </a:r>
            <a:r>
              <a:rPr lang="en-US" sz="190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telefonní</a:t>
            </a:r>
            <a:r>
              <a:rPr lang="en-US" sz="190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90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seznam</a:t>
            </a:r>
            <a:r>
              <a:rPr lang="en-US" sz="1900">
                <a:solidFill>
                  <a:schemeClr val="accent1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internetu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díky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kterému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mohou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uživatelé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zadávat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snadno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zapamatovatelná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jména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místo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složitých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číselných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adres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 Je to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klíčový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systém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který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umožňuje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err="1">
                <a:solidFill>
                  <a:schemeClr val="tx1">
                    <a:alpha val="80000"/>
                  </a:schemeClr>
                </a:solidFill>
              </a:rPr>
              <a:t>přístup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k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webovým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stránkám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900" b="1">
                <a:solidFill>
                  <a:schemeClr val="tx1">
                    <a:alpha val="80000"/>
                  </a:schemeClr>
                </a:solidFill>
              </a:rPr>
              <a:t>online </a:t>
            </a:r>
            <a:r>
              <a:rPr lang="en-US" sz="1900" b="1" err="1">
                <a:solidFill>
                  <a:schemeClr val="tx1">
                    <a:alpha val="80000"/>
                  </a:schemeClr>
                </a:solidFill>
              </a:rPr>
              <a:t>službám</a:t>
            </a:r>
            <a:r>
              <a:rPr lang="en-US" sz="190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cxnSp>
        <p:nvCxnSpPr>
          <p:cNvPr id="32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75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C37C7411-4012-A701-407B-0E6FBE2B2D27}"/>
              </a:ext>
            </a:extLst>
          </p:cNvPr>
          <p:cNvSpPr txBox="1"/>
          <p:nvPr/>
        </p:nvSpPr>
        <p:spPr>
          <a:xfrm>
            <a:off x="6412091" y="2722"/>
            <a:ext cx="4395340" cy="171625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Hlavní součásti DNS systému: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Co je služba DNS a server DNS? | IP adresa (Čeština) 🔍">
            <a:extLst>
              <a:ext uri="{FF2B5EF4-FFF2-40B4-BE49-F238E27FC236}">
                <a16:creationId xmlns:a16="http://schemas.microsoft.com/office/drawing/2014/main" id="{87B64FFF-AFB3-0C2A-E123-E1C6898E1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888621"/>
            <a:ext cx="5221625" cy="3080758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C8FEF4F3-F86B-F124-8DB2-B7C397A431B7}"/>
              </a:ext>
            </a:extLst>
          </p:cNvPr>
          <p:cNvSpPr txBox="1"/>
          <p:nvPr/>
        </p:nvSpPr>
        <p:spPr>
          <a:xfrm>
            <a:off x="6410725" y="1638994"/>
            <a:ext cx="4389365" cy="52072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DNS Resolver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cs-CZ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 err="1">
                <a:solidFill>
                  <a:srgbClr val="FF0000">
                    <a:alpha val="80000"/>
                  </a:srgbClr>
                </a:solidFill>
              </a:rPr>
              <a:t>Klientská</a:t>
            </a:r>
            <a:r>
              <a:rPr lang="en-US" sz="1400">
                <a:solidFill>
                  <a:srgbClr val="FF0000">
                    <a:alpha val="80000"/>
                  </a:srgbClr>
                </a:solidFill>
              </a:rPr>
              <a:t> </a:t>
            </a:r>
            <a:r>
              <a:rPr lang="en-US" sz="1400" err="1">
                <a:solidFill>
                  <a:srgbClr val="FF0000">
                    <a:alpha val="80000"/>
                  </a:srgbClr>
                </a:solidFill>
              </a:rPr>
              <a:t>komponenta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která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obdrží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požadavek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překlad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doménového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jména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adresu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zahájí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proces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dotazování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DNS </a:t>
            </a:r>
            <a:r>
              <a:rPr lang="en-US" sz="1400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servery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 b="1" err="1">
                <a:solidFill>
                  <a:srgbClr val="FF0000">
                    <a:alpha val="80000"/>
                  </a:srgbClr>
                </a:solidFill>
              </a:rPr>
              <a:t>Rekurzivní</a:t>
            </a:r>
            <a:r>
              <a:rPr lang="en-US" sz="1400" b="1">
                <a:solidFill>
                  <a:srgbClr val="FF0000">
                    <a:alpha val="80000"/>
                  </a:srgbClr>
                </a:solidFill>
              </a:rPr>
              <a:t> DNS server</a:t>
            </a:r>
            <a:r>
              <a:rPr lang="en-US" sz="1400">
                <a:solidFill>
                  <a:srgbClr val="FF0000">
                    <a:alpha val="80000"/>
                  </a:srgbClr>
                </a:solidFill>
              </a:rPr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Wingdings"/>
              <a:buChar char="§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Provede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dotazování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zjistí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odpověď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základě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hierarchie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DNS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serverů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 b="1">
                <a:solidFill>
                  <a:srgbClr val="FF0000">
                    <a:alpha val="80000"/>
                  </a:srgbClr>
                </a:solidFill>
              </a:rPr>
              <a:t>Root DNS </a:t>
            </a:r>
            <a:r>
              <a:rPr lang="en-US" sz="1400" b="1" err="1">
                <a:solidFill>
                  <a:srgbClr val="FF0000">
                    <a:alpha val="80000"/>
                  </a:srgbClr>
                </a:solidFill>
              </a:rPr>
              <a:t>servery</a:t>
            </a:r>
            <a:r>
              <a:rPr lang="en-US" sz="1400">
                <a:solidFill>
                  <a:srgbClr val="FF0000">
                    <a:alpha val="80000"/>
                  </a:srgbClr>
                </a:solidFill>
              </a:rPr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Wingdings"/>
              <a:buChar char="§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Nejvyšší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úroveň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DNS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hierarchie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směruje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dotazy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TLD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servery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 b="1">
                <a:solidFill>
                  <a:srgbClr val="FF0000">
                    <a:alpha val="80000"/>
                  </a:srgbClr>
                </a:solidFill>
              </a:rPr>
              <a:t>TLD (Top-Level Domain) </a:t>
            </a:r>
            <a:r>
              <a:rPr lang="en-US" sz="1400" b="1" err="1">
                <a:solidFill>
                  <a:srgbClr val="FF0000">
                    <a:alpha val="80000"/>
                  </a:srgbClr>
                </a:solidFill>
              </a:rPr>
              <a:t>servery</a:t>
            </a:r>
            <a:r>
              <a:rPr lang="en-US" sz="1400">
                <a:solidFill>
                  <a:srgbClr val="FF0000">
                    <a:alpha val="80000"/>
                  </a:srgbClr>
                </a:solidFill>
              </a:rPr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Wingdings"/>
              <a:buChar char="§"/>
            </a:pP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Servery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pro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nejvyšší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úrovně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domén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jako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jsou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.com, .org,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.net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nebo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národní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domény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jako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.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cz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 b="1" err="1">
                <a:solidFill>
                  <a:srgbClr val="FF0000">
                    <a:alpha val="80000"/>
                  </a:srgbClr>
                </a:solidFill>
              </a:rPr>
              <a:t>Autoritativní</a:t>
            </a:r>
            <a:r>
              <a:rPr lang="en-US" sz="1400" b="1">
                <a:solidFill>
                  <a:srgbClr val="FF0000">
                    <a:alpha val="80000"/>
                  </a:srgbClr>
                </a:solidFill>
              </a:rPr>
              <a:t> DNS server</a:t>
            </a:r>
            <a:r>
              <a:rPr lang="en-US" sz="1400">
                <a:solidFill>
                  <a:srgbClr val="FF0000">
                    <a:alpha val="80000"/>
                  </a:srgbClr>
                </a:solidFill>
              </a:rPr>
              <a:t>:</a:t>
            </a:r>
          </a:p>
          <a:p>
            <a:pPr marL="1200150" lvl="2" indent="-228600">
              <a:lnSpc>
                <a:spcPct val="90000"/>
              </a:lnSpc>
              <a:spcAft>
                <a:spcPts val="600"/>
              </a:spcAft>
              <a:buFont typeface="Wingdings"/>
              <a:buChar char="§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 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Obsahuje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přesné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informace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o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adresách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názvech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domén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, pro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které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je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autoritativní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(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vlastník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).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DNS </a:t>
            </a:r>
            <a:r>
              <a:rPr lang="en-US" sz="1400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zóny</a:t>
            </a:r>
            <a:r>
              <a:rPr lang="en-US" sz="140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Courier New"/>
              <a:buChar char="o"/>
            </a:pP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Internet je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rozdělen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do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různých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DNS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zón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Každá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zóna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spravuje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svou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část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domén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a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jejich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překladů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err="1">
                <a:solidFill>
                  <a:schemeClr val="tx1">
                    <a:alpha val="80000"/>
                  </a:schemeClr>
                </a:solidFill>
              </a:rPr>
              <a:t>na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400" b="1">
                <a:solidFill>
                  <a:schemeClr val="tx1">
                    <a:alpha val="80000"/>
                  </a:schemeClr>
                </a:solidFill>
              </a:rPr>
              <a:t>IP </a:t>
            </a:r>
            <a:r>
              <a:rPr lang="en-US" sz="1400" b="1" err="1">
                <a:solidFill>
                  <a:schemeClr val="tx1">
                    <a:alpha val="80000"/>
                  </a:schemeClr>
                </a:solidFill>
              </a:rPr>
              <a:t>adresy</a:t>
            </a:r>
            <a:r>
              <a:rPr lang="en-US" sz="140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1100">
              <a:solidFill>
                <a:srgbClr val="000000">
                  <a:alpha val="80000"/>
                </a:srgb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97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BF2057-488F-79E1-C5EA-77AD4098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cs-CZ" sz="2600">
                <a:ea typeface="+mj-lt"/>
                <a:cs typeface="+mj-lt"/>
              </a:rPr>
              <a:t>                                     HTTP / HTTPS</a:t>
            </a:r>
            <a:br>
              <a:rPr lang="cs-CZ" sz="2600">
                <a:ea typeface="+mj-lt"/>
                <a:cs typeface="+mj-lt"/>
              </a:rPr>
            </a:br>
            <a:r>
              <a:rPr lang="cs-CZ" sz="2600"/>
              <a:t> </a:t>
            </a:r>
            <a:r>
              <a:rPr lang="cs-CZ" sz="2600">
                <a:ea typeface="+mj-lt"/>
                <a:cs typeface="+mj-lt"/>
              </a:rPr>
              <a:t>              (Hypertext Transfer Protocol/secure)</a:t>
            </a:r>
            <a:endParaRPr lang="cs-CZ" sz="2600"/>
          </a:p>
        </p:txBody>
      </p:sp>
      <p:pic>
        <p:nvPicPr>
          <p:cNvPr id="4" name="Obrázek 3" descr="Obsah obrázku text, diagram, Písmo, klipart&#10;&#10;Popis se vygeneroval automaticky.">
            <a:extLst>
              <a:ext uri="{FF2B5EF4-FFF2-40B4-BE49-F238E27FC236}">
                <a16:creationId xmlns:a16="http://schemas.microsoft.com/office/drawing/2014/main" id="{86253EED-9B14-0F5B-61CF-28CD1229A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166614"/>
            <a:ext cx="5458968" cy="2524772"/>
          </a:xfrm>
          <a:prstGeom prst="rect">
            <a:avLst/>
          </a:prstGeom>
        </p:spPr>
      </p:pic>
      <p:sp>
        <p:nvSpPr>
          <p:cNvPr id="2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14BA65-C936-B79A-A04C-0D53CB24D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1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</a:t>
            </a:r>
          </a:p>
          <a:p>
            <a:r>
              <a:rPr lang="cs-CZ" sz="1400" b="1">
                <a:ea typeface="+mn-lt"/>
                <a:cs typeface="+mn-lt"/>
              </a:rPr>
              <a:t>Protokol pro výměnu zpráv/dokumentů ve formátu HTML</a:t>
            </a:r>
          </a:p>
          <a:p>
            <a:r>
              <a:rPr lang="cs-CZ" sz="1400">
                <a:ea typeface="+mn-lt"/>
                <a:cs typeface="+mn-lt"/>
              </a:rPr>
              <a:t>Slouží k přenosu webových stránek a dalších dat mezi klientem a serverem.</a:t>
            </a:r>
            <a:endParaRPr lang="cs-CZ" sz="1400"/>
          </a:p>
          <a:p>
            <a:pPr marL="0" indent="0">
              <a:buNone/>
            </a:pPr>
            <a:r>
              <a:rPr lang="cs-CZ" sz="14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MIME</a:t>
            </a:r>
            <a:r>
              <a:rPr lang="cs-CZ" sz="1400" b="1">
                <a:ea typeface="+mn-lt"/>
                <a:cs typeface="+mn-lt"/>
              </a:rPr>
              <a:t> (</a:t>
            </a:r>
            <a:r>
              <a:rPr lang="cs-CZ" sz="1400" b="1" err="1">
                <a:solidFill>
                  <a:srgbClr val="0070C0"/>
                </a:solidFill>
                <a:ea typeface="+mn-lt"/>
                <a:cs typeface="+mn-lt"/>
              </a:rPr>
              <a:t>Multipurpose</a:t>
            </a:r>
            <a:r>
              <a:rPr lang="cs-CZ" sz="1400" b="1">
                <a:solidFill>
                  <a:srgbClr val="0070C0"/>
                </a:solidFill>
                <a:ea typeface="+mn-lt"/>
                <a:cs typeface="+mn-lt"/>
              </a:rPr>
              <a:t> Internet Mail </a:t>
            </a:r>
            <a:r>
              <a:rPr lang="cs-CZ" sz="1400" b="1" err="1">
                <a:solidFill>
                  <a:srgbClr val="0070C0"/>
                </a:solidFill>
                <a:ea typeface="+mn-lt"/>
                <a:cs typeface="+mn-lt"/>
              </a:rPr>
              <a:t>Extensions</a:t>
            </a:r>
            <a:r>
              <a:rPr lang="cs-CZ" sz="1400" b="1">
                <a:ea typeface="+mn-lt"/>
                <a:cs typeface="+mn-lt"/>
              </a:rPr>
              <a:t>)</a:t>
            </a:r>
            <a:r>
              <a:rPr lang="cs-CZ" sz="1400">
                <a:ea typeface="+mn-lt"/>
                <a:cs typeface="+mn-lt"/>
              </a:rPr>
              <a:t> umožňuje přenos multimediálního a jiného obsahu.</a:t>
            </a:r>
            <a:endParaRPr lang="cs-CZ" sz="1400"/>
          </a:p>
          <a:p>
            <a:pPr marL="0" indent="0">
              <a:buNone/>
            </a:pPr>
            <a:r>
              <a:rPr lang="cs-CZ" sz="14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URL</a:t>
            </a:r>
            <a:r>
              <a:rPr lang="cs-CZ" sz="1400" b="1">
                <a:ea typeface="+mn-lt"/>
                <a:cs typeface="+mn-lt"/>
              </a:rPr>
              <a:t> (</a:t>
            </a:r>
            <a:r>
              <a:rPr lang="cs-CZ" sz="1400" b="1" err="1">
                <a:solidFill>
                  <a:srgbClr val="0070C0"/>
                </a:solidFill>
                <a:ea typeface="+mn-lt"/>
                <a:cs typeface="+mn-lt"/>
              </a:rPr>
              <a:t>Uniform</a:t>
            </a:r>
            <a:r>
              <a:rPr lang="cs-CZ" sz="1400" b="1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cs-CZ" sz="1400" b="1" err="1">
                <a:solidFill>
                  <a:srgbClr val="0070C0"/>
                </a:solidFill>
                <a:ea typeface="+mn-lt"/>
                <a:cs typeface="+mn-lt"/>
              </a:rPr>
              <a:t>Resource</a:t>
            </a:r>
            <a:r>
              <a:rPr lang="cs-CZ" sz="1400" b="1">
                <a:solidFill>
                  <a:srgbClr val="0070C0"/>
                </a:solidFill>
                <a:ea typeface="+mn-lt"/>
                <a:cs typeface="+mn-lt"/>
              </a:rPr>
              <a:t> </a:t>
            </a:r>
            <a:r>
              <a:rPr lang="cs-CZ" sz="1400" b="1" err="1">
                <a:solidFill>
                  <a:srgbClr val="0070C0"/>
                </a:solidFill>
                <a:ea typeface="+mn-lt"/>
                <a:cs typeface="+mn-lt"/>
              </a:rPr>
              <a:t>Locator</a:t>
            </a:r>
            <a:r>
              <a:rPr lang="cs-CZ" sz="1400" b="1">
                <a:ea typeface="+mn-lt"/>
                <a:cs typeface="+mn-lt"/>
              </a:rPr>
              <a:t>)</a:t>
            </a:r>
            <a:r>
              <a:rPr lang="cs-CZ" sz="1400">
                <a:ea typeface="+mn-lt"/>
                <a:cs typeface="+mn-lt"/>
              </a:rPr>
              <a:t> pro jednoznačnou identifikaci zdroje v Internetu.</a:t>
            </a:r>
            <a:endParaRPr lang="cs-CZ" sz="1400"/>
          </a:p>
          <a:p>
            <a:pPr marL="0" indent="0">
              <a:buNone/>
            </a:pPr>
            <a:r>
              <a:rPr lang="cs-CZ" sz="14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Protokol pracuje na principu dotaz-odpověď</a:t>
            </a:r>
          </a:p>
          <a:p>
            <a:r>
              <a:rPr lang="cs-CZ" sz="1400">
                <a:ea typeface="+mn-lt"/>
                <a:cs typeface="+mn-lt"/>
              </a:rPr>
              <a:t>Je </a:t>
            </a:r>
            <a:r>
              <a:rPr lang="cs-CZ" sz="1400" b="1" err="1">
                <a:ea typeface="+mn-lt"/>
                <a:cs typeface="+mn-lt"/>
              </a:rPr>
              <a:t>bezstavový</a:t>
            </a:r>
            <a:r>
              <a:rPr lang="cs-CZ" sz="1400">
                <a:ea typeface="+mn-lt"/>
                <a:cs typeface="+mn-lt"/>
              </a:rPr>
              <a:t>, každá komunikace je nezávislá. Kontinuální komunikaci (např. přihlašování) je třeba řešit jinými způsoby (např. pomocí cookies nebo </a:t>
            </a:r>
            <a:r>
              <a:rPr lang="cs-CZ" sz="1400" err="1">
                <a:ea typeface="+mn-lt"/>
                <a:cs typeface="+mn-lt"/>
              </a:rPr>
              <a:t>sessions</a:t>
            </a:r>
            <a:r>
              <a:rPr lang="cs-CZ" sz="1400">
                <a:ea typeface="+mn-lt"/>
                <a:cs typeface="+mn-lt"/>
              </a:rPr>
              <a:t>).</a:t>
            </a:r>
            <a:endParaRPr lang="cs-CZ" sz="1400"/>
          </a:p>
          <a:p>
            <a:pPr marL="0" indent="0">
              <a:buNone/>
            </a:pPr>
            <a:endParaRPr lang="cs-CZ" sz="1400" b="1"/>
          </a:p>
          <a:p>
            <a:pPr marL="0" indent="0">
              <a:buNone/>
            </a:pPr>
            <a:endParaRPr lang="cs-CZ" sz="1400"/>
          </a:p>
        </p:txBody>
      </p:sp>
    </p:spTree>
    <p:extLst>
      <p:ext uri="{BB962C8B-B14F-4D97-AF65-F5344CB8AC3E}">
        <p14:creationId xmlns:p14="http://schemas.microsoft.com/office/powerpoint/2010/main" val="409498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1BD481-2264-5159-DD9F-30B02FA15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064" y="108937"/>
            <a:ext cx="12206011" cy="684754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cs-CZ" sz="1800" b="1"/>
              <a:t>HTTPS</a:t>
            </a:r>
            <a:r>
              <a:rPr lang="cs-CZ" sz="1800"/>
              <a:t> šifruje komunikaci pomocí protokolů:</a:t>
            </a:r>
          </a:p>
          <a:p>
            <a:pPr marL="0" indent="0">
              <a:buNone/>
            </a:pPr>
            <a:r>
              <a:rPr lang="cs-CZ" sz="1800"/>
              <a:t>Šifruje za pomocí SSL protokolů, který slouží k zabezpečení komunikace </a:t>
            </a:r>
            <a:endParaRPr lang="en-US" sz="1800"/>
          </a:p>
          <a:p>
            <a:pPr marL="0" indent="0">
              <a:buNone/>
            </a:pPr>
            <a:r>
              <a:rPr lang="cs-CZ" sz="1800"/>
              <a:t>přes internet.</a:t>
            </a:r>
            <a:endParaRPr lang="en-US" sz="1800"/>
          </a:p>
          <a:p>
            <a:pPr marL="0" indent="0">
              <a:buNone/>
            </a:pPr>
            <a:r>
              <a:rPr lang="cs-CZ" sz="1800" b="1"/>
              <a:t>Ochranu před odposlechem</a:t>
            </a:r>
            <a:r>
              <a:rPr lang="cs-CZ" sz="1800"/>
              <a:t> (třetí strana nemůže číst přenášená data).</a:t>
            </a:r>
          </a:p>
          <a:p>
            <a:pPr marL="0" indent="0">
              <a:buNone/>
            </a:pPr>
            <a:r>
              <a:rPr lang="cs-CZ" sz="1800" b="1"/>
              <a:t>Autentizaci serveru</a:t>
            </a:r>
            <a:r>
              <a:rPr lang="cs-CZ" sz="1800"/>
              <a:t> (ověření, že komunikujete se správným serverem).</a:t>
            </a:r>
          </a:p>
          <a:p>
            <a:pPr marL="0" indent="0">
              <a:buNone/>
            </a:pPr>
            <a:r>
              <a:rPr lang="cs-CZ" sz="1800" b="1"/>
              <a:t>Integritu dat</a:t>
            </a:r>
            <a:r>
              <a:rPr lang="cs-CZ" sz="1800"/>
              <a:t> (zabránění neoprávněné manipulaci s daty během přenosu).</a:t>
            </a:r>
          </a:p>
          <a:p>
            <a:pPr marL="0" indent="0">
              <a:buNone/>
            </a:pPr>
            <a:r>
              <a:rPr lang="cs-CZ" sz="1800"/>
              <a:t>Základní metody HTTP:</a:t>
            </a:r>
            <a:endParaRPr lang="cs-CZ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GET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Žádost o zobrazení zdroje (např. webové stránky) – vrací data, ale nemění stav serveru.</a:t>
            </a:r>
            <a:endParaRPr lang="cs-CZ" sz="1800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POST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Odeslání dat na server (např. formuláře) – může měnit stav serveru.</a:t>
            </a:r>
            <a:endParaRPr lang="cs-CZ" sz="1800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PUT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Nahrazení existujícího zdroje novými daty.</a:t>
            </a:r>
            <a:endParaRPr lang="cs-CZ" sz="1800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DELETE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Odstranění specifikovaného zdroje.</a:t>
            </a:r>
            <a:endParaRPr lang="cs-CZ" sz="1800"/>
          </a:p>
          <a:p>
            <a:pPr marL="0" indent="0">
              <a:buNone/>
            </a:pPr>
            <a:r>
              <a:rPr lang="cs-CZ" sz="1800" b="1">
                <a:ea typeface="+mn-lt"/>
                <a:cs typeface="+mn-lt"/>
              </a:rPr>
              <a:t>HEAD</a:t>
            </a:r>
            <a:endParaRPr lang="cs-CZ" sz="1800"/>
          </a:p>
          <a:p>
            <a:r>
              <a:rPr lang="cs-CZ" sz="1800">
                <a:ea typeface="+mn-lt"/>
                <a:cs typeface="+mn-lt"/>
              </a:rPr>
              <a:t>Stejné jako GET, ale vrací pouze hlavičky, ne obsah.</a:t>
            </a:r>
            <a:endParaRPr lang="cs-CZ" sz="1800"/>
          </a:p>
          <a:p>
            <a:endParaRPr lang="cs-CZ"/>
          </a:p>
        </p:txBody>
      </p:sp>
      <p:pic>
        <p:nvPicPr>
          <p:cNvPr id="4" name="Obrázek 3" descr="Obsah obrázku text, snímek obrazovky, Grafika, Písmo&#10;&#10;Popis se vygeneroval automaticky.">
            <a:extLst>
              <a:ext uri="{FF2B5EF4-FFF2-40B4-BE49-F238E27FC236}">
                <a16:creationId xmlns:a16="http://schemas.microsoft.com/office/drawing/2014/main" id="{262D8D7A-484F-5FE3-99B4-2CD87F71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312" y="4034325"/>
            <a:ext cx="4975990" cy="271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269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F89529-18CC-12A8-D31D-8AEA1E2B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34720" cy="1716255"/>
          </a:xfrm>
        </p:spPr>
        <p:txBody>
          <a:bodyPr anchor="b">
            <a:normAutofit/>
          </a:bodyPr>
          <a:lstStyle/>
          <a:p>
            <a:r>
              <a:rPr lang="cs-CZ" sz="5600">
                <a:ea typeface="+mj-lt"/>
                <a:cs typeface="+mj-lt"/>
              </a:rPr>
              <a:t>POP3, SMTP a IMAP</a:t>
            </a:r>
            <a:endParaRPr lang="cs-CZ" sz="5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Elektronická pošta">
            <a:extLst>
              <a:ext uri="{FF2B5EF4-FFF2-40B4-BE49-F238E27FC236}">
                <a16:creationId xmlns:a16="http://schemas.microsoft.com/office/drawing/2014/main" id="{B3791B8C-CEED-3F78-F493-18F00390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0" r="3892" b="-7"/>
          <a:stretch/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4" name="Obrázek 3" descr="SMTP and POP3 - smtp mail server - professional SMTP service provider">
            <a:extLst>
              <a:ext uri="{FF2B5EF4-FFF2-40B4-BE49-F238E27FC236}">
                <a16:creationId xmlns:a16="http://schemas.microsoft.com/office/drawing/2014/main" id="{68EFA585-5B02-3AD0-A612-D64792D95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88" b="4680"/>
          <a:stretch/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1FFF71-34F1-0DD7-EE7F-6B13D13E5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cs-CZ" sz="20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POP3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(</a:t>
            </a:r>
            <a:r>
              <a:rPr lang="cs-CZ" sz="2000" b="1">
                <a:solidFill>
                  <a:srgbClr val="0070C0"/>
                </a:solidFill>
                <a:ea typeface="+mn-lt"/>
                <a:cs typeface="+mn-lt"/>
              </a:rPr>
              <a:t>Post Office </a:t>
            </a:r>
            <a:r>
              <a:rPr lang="cs-CZ" sz="2000" b="1" err="1">
                <a:solidFill>
                  <a:srgbClr val="0070C0"/>
                </a:solidFill>
                <a:ea typeface="+mn-lt"/>
                <a:cs typeface="+mn-lt"/>
              </a:rPr>
              <a:t>Protocol</a:t>
            </a:r>
            <a:r>
              <a:rPr lang="cs-CZ" sz="2000" b="1">
                <a:solidFill>
                  <a:srgbClr val="0070C0"/>
                </a:solidFill>
                <a:ea typeface="+mn-lt"/>
                <a:cs typeface="+mn-lt"/>
              </a:rPr>
              <a:t> 3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endParaRPr lang="cs-CZ" sz="20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</a:t>
            </a:r>
            <a:r>
              <a:rPr lang="cs-CZ" sz="20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SMTP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(</a:t>
            </a:r>
            <a:r>
              <a:rPr lang="cs-CZ" sz="2000" b="1" err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Simple</a:t>
            </a:r>
            <a:r>
              <a:rPr lang="cs-CZ" sz="2000" b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 Mail Transfer </a:t>
            </a:r>
            <a:r>
              <a:rPr lang="cs-CZ" sz="2000" b="1" err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Protocol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endParaRPr lang="cs-CZ" sz="20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</a:t>
            </a:r>
            <a:r>
              <a:rPr lang="cs-CZ" sz="2000" b="1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IMAP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(</a:t>
            </a:r>
            <a:r>
              <a:rPr lang="cs-CZ" sz="2000" b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Internet </a:t>
            </a:r>
            <a:r>
              <a:rPr lang="cs-CZ" sz="2000" b="1" err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Message</a:t>
            </a:r>
            <a:r>
              <a:rPr lang="cs-CZ" sz="2000" b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 Access </a:t>
            </a:r>
            <a:r>
              <a:rPr lang="cs-CZ" sz="2000" b="1" err="1">
                <a:solidFill>
                  <a:srgbClr val="0070C0">
                    <a:alpha val="80000"/>
                  </a:srgbClr>
                </a:solidFill>
                <a:ea typeface="+mn-lt"/>
                <a:cs typeface="+mn-lt"/>
              </a:rPr>
              <a:t>Protocol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endParaRPr lang="cs-CZ" sz="200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jsou protokoly používané pro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správu e-mailů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 </a:t>
            </a:r>
          </a:p>
          <a:p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Každý z těchto protokolů má specifickou funkci v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procesu odesílání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,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přijímání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a </a:t>
            </a:r>
            <a:r>
              <a:rPr lang="cs-CZ" sz="20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správy e-mailové komunikace</a:t>
            </a:r>
            <a:r>
              <a:rPr lang="cs-CZ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cs-CZ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64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Freeform: Shape 2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Obrázek 5" descr="IMAP vs. POP3 vs. SMTP: What Are the Differences?">
            <a:extLst>
              <a:ext uri="{FF2B5EF4-FFF2-40B4-BE49-F238E27FC236}">
                <a16:creationId xmlns:a16="http://schemas.microsoft.com/office/drawing/2014/main" id="{64D38FE3-AAA1-6009-AFB6-428E6274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0" y="2226948"/>
            <a:ext cx="4777381" cy="238869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229042C-A842-7AE8-6292-C6D0D1E103EE}"/>
              </a:ext>
            </a:extLst>
          </p:cNvPr>
          <p:cNvSpPr txBox="1"/>
          <p:nvPr/>
        </p:nvSpPr>
        <p:spPr>
          <a:xfrm>
            <a:off x="4853241" y="-4673"/>
            <a:ext cx="7339473" cy="6863464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POP3</a:t>
            </a:r>
            <a:r>
              <a:rPr lang="en-US" sz="1600" b="1"/>
              <a:t> </a:t>
            </a:r>
            <a:endParaRPr lang="en-US" sz="1600"/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FF0000"/>
                </a:solidFill>
              </a:rPr>
              <a:t>Účel</a:t>
            </a:r>
            <a:r>
              <a:rPr lang="en-US" sz="1600">
                <a:solidFill>
                  <a:srgbClr val="FF0000"/>
                </a:solidFill>
              </a:rPr>
              <a:t>:</a:t>
            </a:r>
            <a:r>
              <a:rPr lang="en-US" sz="1600"/>
              <a:t> </a:t>
            </a:r>
            <a:r>
              <a:rPr lang="en-US" sz="1600" b="1"/>
              <a:t>POP3 </a:t>
            </a:r>
            <a:r>
              <a:rPr lang="en-US" sz="1600" err="1"/>
              <a:t>slouží</a:t>
            </a:r>
            <a:r>
              <a:rPr lang="en-US" sz="1600"/>
              <a:t> k </a:t>
            </a:r>
            <a:r>
              <a:rPr lang="en-US" sz="1600" b="1" err="1"/>
              <a:t>stažení</a:t>
            </a:r>
            <a:r>
              <a:rPr lang="en-US" sz="1600" b="1"/>
              <a:t> e-</a:t>
            </a:r>
            <a:r>
              <a:rPr lang="en-US" sz="1600" b="1" err="1"/>
              <a:t>mailů</a:t>
            </a:r>
            <a:r>
              <a:rPr lang="en-US" sz="1600"/>
              <a:t> z e-</a:t>
            </a:r>
            <a:r>
              <a:rPr lang="en-US" sz="1600" err="1"/>
              <a:t>mailového</a:t>
            </a:r>
            <a:r>
              <a:rPr lang="en-US" sz="1600"/>
              <a:t> </a:t>
            </a:r>
            <a:r>
              <a:rPr lang="en-US" sz="1600" err="1"/>
              <a:t>serveru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místní</a:t>
            </a:r>
            <a:r>
              <a:rPr lang="en-US" sz="1600"/>
              <a:t> </a:t>
            </a:r>
            <a:r>
              <a:rPr lang="en-US" sz="1600" err="1"/>
              <a:t>zařízení</a:t>
            </a:r>
            <a:r>
              <a:rPr lang="en-US" sz="1600"/>
              <a:t> (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.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počítač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nebo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mobil</a:t>
            </a:r>
            <a:r>
              <a:rPr lang="en-US" sz="1600"/>
              <a:t>).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C00000"/>
                </a:solidFill>
              </a:rPr>
              <a:t>Jak </a:t>
            </a:r>
            <a:r>
              <a:rPr lang="en-US" sz="1600" b="1" err="1">
                <a:solidFill>
                  <a:srgbClr val="C00000"/>
                </a:solidFill>
              </a:rPr>
              <a:t>funguje</a:t>
            </a:r>
            <a:r>
              <a:rPr lang="en-US" sz="1600">
                <a:solidFill>
                  <a:srgbClr val="C00000"/>
                </a:solidFill>
              </a:rPr>
              <a:t>:</a:t>
            </a:r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/>
              <a:t>Klient</a:t>
            </a:r>
            <a:r>
              <a:rPr lang="en-US" sz="1600"/>
              <a:t> (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. e-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mailový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program</a:t>
            </a:r>
            <a:r>
              <a:rPr lang="en-US" sz="1600"/>
              <a:t>) se </a:t>
            </a:r>
            <a:r>
              <a:rPr lang="en-US" sz="1600" err="1"/>
              <a:t>připojí</a:t>
            </a:r>
            <a:r>
              <a:rPr lang="en-US" sz="1600"/>
              <a:t> k </a:t>
            </a:r>
            <a:r>
              <a:rPr lang="en-US" sz="1600" b="1"/>
              <a:t>POP3 </a:t>
            </a:r>
            <a:r>
              <a:rPr lang="en-US" sz="1600" b="1" err="1"/>
              <a:t>serveru</a:t>
            </a:r>
            <a:r>
              <a:rPr lang="en-US" sz="1600"/>
              <a:t>.</a:t>
            </a:r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/>
              <a:t>Stáhne</a:t>
            </a:r>
            <a:r>
              <a:rPr lang="en-US" sz="1600"/>
              <a:t> </a:t>
            </a:r>
            <a:r>
              <a:rPr lang="en-US" sz="1600" err="1"/>
              <a:t>všechny</a:t>
            </a:r>
            <a:r>
              <a:rPr lang="en-US" sz="1600"/>
              <a:t> e-</a:t>
            </a:r>
            <a:r>
              <a:rPr lang="en-US" sz="1600" err="1"/>
              <a:t>maily</a:t>
            </a:r>
            <a:r>
              <a:rPr lang="en-US" sz="1600"/>
              <a:t> do </a:t>
            </a:r>
            <a:r>
              <a:rPr lang="en-US" sz="1600" err="1"/>
              <a:t>místního</a:t>
            </a:r>
            <a:r>
              <a:rPr lang="en-US" sz="1600"/>
              <a:t> </a:t>
            </a:r>
            <a:r>
              <a:rPr lang="en-US" sz="1600" err="1"/>
              <a:t>úložiště</a:t>
            </a:r>
            <a:r>
              <a:rPr lang="en-US" sz="1600"/>
              <a:t> a </a:t>
            </a:r>
            <a:r>
              <a:rPr lang="en-US" sz="1600" err="1"/>
              <a:t>obvykle</a:t>
            </a:r>
            <a:r>
              <a:rPr lang="en-US" sz="1600"/>
              <a:t> je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serveru</a:t>
            </a:r>
            <a:r>
              <a:rPr lang="en-US" sz="1600"/>
              <a:t> </a:t>
            </a:r>
            <a:r>
              <a:rPr lang="en-US" sz="1600" err="1"/>
              <a:t>odstraní</a:t>
            </a:r>
            <a:r>
              <a:rPr lang="en-US" sz="1600"/>
              <a:t> (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pokud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není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nastaveno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jinak</a:t>
            </a:r>
            <a:r>
              <a:rPr lang="en-US" sz="1600"/>
              <a:t>).</a:t>
            </a:r>
          </a:p>
          <a:p>
            <a:pPr marL="12573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/>
              <a:t>Uživatel</a:t>
            </a:r>
            <a:r>
              <a:rPr lang="en-US" sz="1600"/>
              <a:t> </a:t>
            </a:r>
            <a:r>
              <a:rPr lang="en-US" sz="1600" err="1"/>
              <a:t>může</a:t>
            </a:r>
            <a:r>
              <a:rPr lang="en-US" sz="1600"/>
              <a:t> </a:t>
            </a:r>
            <a:r>
              <a:rPr lang="en-US" sz="1600" err="1"/>
              <a:t>číst</a:t>
            </a:r>
            <a:r>
              <a:rPr lang="en-US" sz="1600"/>
              <a:t> </a:t>
            </a:r>
            <a:r>
              <a:rPr lang="en-US" sz="1600" b="1"/>
              <a:t>e-</a:t>
            </a:r>
            <a:r>
              <a:rPr lang="en-US" sz="1600" b="1" err="1"/>
              <a:t>maily</a:t>
            </a:r>
            <a:r>
              <a:rPr lang="en-US" sz="1600" b="1"/>
              <a:t> offline</a:t>
            </a:r>
            <a:r>
              <a:rPr lang="en-US" sz="160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SMTP</a:t>
            </a:r>
            <a:r>
              <a:rPr lang="en-US" sz="16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FF0000"/>
                </a:solidFill>
              </a:rPr>
              <a:t>Účel</a:t>
            </a:r>
            <a:r>
              <a:rPr lang="en-US" sz="1600">
                <a:solidFill>
                  <a:srgbClr val="FF0000"/>
                </a:solidFill>
              </a:rPr>
              <a:t>:</a:t>
            </a:r>
            <a:r>
              <a:rPr lang="en-US" sz="1600"/>
              <a:t> </a:t>
            </a:r>
            <a:r>
              <a:rPr lang="en-US" sz="1600" b="1"/>
              <a:t>SMTP</a:t>
            </a:r>
            <a:r>
              <a:rPr lang="en-US" sz="1600"/>
              <a:t> se </a:t>
            </a:r>
            <a:r>
              <a:rPr lang="en-US" sz="1600" err="1"/>
              <a:t>používá</a:t>
            </a:r>
            <a:r>
              <a:rPr lang="en-US" sz="1600"/>
              <a:t> k </a:t>
            </a:r>
            <a:r>
              <a:rPr lang="en-US" sz="1600" b="1" err="1"/>
              <a:t>odesílání</a:t>
            </a:r>
            <a:r>
              <a:rPr lang="en-US" sz="1600" b="1"/>
              <a:t> e-</a:t>
            </a:r>
            <a:r>
              <a:rPr lang="en-US" sz="1600" b="1" err="1"/>
              <a:t>mailů</a:t>
            </a:r>
            <a:r>
              <a:rPr lang="en-US" sz="1600"/>
              <a:t> z </a:t>
            </a:r>
            <a:r>
              <a:rPr lang="en-US" sz="1600" err="1"/>
              <a:t>klienta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server </a:t>
            </a:r>
            <a:r>
              <a:rPr lang="en-US" sz="1600" err="1"/>
              <a:t>nebo</a:t>
            </a:r>
            <a:r>
              <a:rPr lang="en-US" sz="1600"/>
              <a:t> </a:t>
            </a:r>
            <a:r>
              <a:rPr lang="en-US" sz="1600" err="1"/>
              <a:t>mezi</a:t>
            </a:r>
            <a:r>
              <a:rPr lang="en-US" sz="1600"/>
              <a:t> </a:t>
            </a:r>
            <a:r>
              <a:rPr lang="en-US" sz="1600" err="1"/>
              <a:t>servery</a:t>
            </a:r>
            <a:r>
              <a:rPr lang="en-US" sz="1600"/>
              <a:t>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C00000"/>
                </a:solidFill>
              </a:rPr>
              <a:t>Jak </a:t>
            </a:r>
            <a:r>
              <a:rPr lang="en-US" sz="1600" b="1" err="1">
                <a:solidFill>
                  <a:srgbClr val="C00000"/>
                </a:solidFill>
              </a:rPr>
              <a:t>funguje</a:t>
            </a:r>
            <a:r>
              <a:rPr lang="en-US" sz="1600">
                <a:solidFill>
                  <a:srgbClr val="C00000"/>
                </a:solidFill>
              </a:rPr>
              <a:t>: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E-</a:t>
            </a:r>
            <a:r>
              <a:rPr lang="en-US" sz="1600" b="1" err="1"/>
              <a:t>mailový</a:t>
            </a:r>
            <a:r>
              <a:rPr lang="en-US" sz="1600" b="1"/>
              <a:t> </a:t>
            </a:r>
            <a:r>
              <a:rPr lang="en-US" sz="1600" b="1" err="1"/>
              <a:t>klient</a:t>
            </a:r>
            <a:r>
              <a:rPr lang="en-US" sz="1600"/>
              <a:t> (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. Outlook, Thunderbird</a:t>
            </a:r>
            <a:r>
              <a:rPr lang="en-US" sz="1600"/>
              <a:t>) </a:t>
            </a:r>
            <a:r>
              <a:rPr lang="en-US" sz="1600" err="1"/>
              <a:t>vytvoří</a:t>
            </a:r>
            <a:r>
              <a:rPr lang="en-US" sz="1600"/>
              <a:t> </a:t>
            </a:r>
            <a:r>
              <a:rPr lang="en-US" sz="1600" b="1"/>
              <a:t>e-mail</a:t>
            </a:r>
            <a:r>
              <a:rPr lang="en-US" sz="1600"/>
              <a:t> a </a:t>
            </a:r>
            <a:r>
              <a:rPr lang="en-US" sz="1600" err="1"/>
              <a:t>odešle</a:t>
            </a:r>
            <a:r>
              <a:rPr lang="en-US" sz="1600"/>
              <a:t> ho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b="1"/>
              <a:t>SMTP server</a:t>
            </a:r>
            <a:r>
              <a:rPr lang="en-US" sz="1600"/>
              <a:t>.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Server </a:t>
            </a:r>
            <a:r>
              <a:rPr lang="en-US" sz="1600" err="1"/>
              <a:t>pak</a:t>
            </a:r>
            <a:r>
              <a:rPr lang="en-US" sz="1600"/>
              <a:t> </a:t>
            </a:r>
            <a:r>
              <a:rPr lang="en-US" sz="1600" b="1"/>
              <a:t>e-mail</a:t>
            </a:r>
            <a:r>
              <a:rPr lang="en-US" sz="1600"/>
              <a:t> </a:t>
            </a:r>
            <a:r>
              <a:rPr lang="en-US" sz="1600" err="1"/>
              <a:t>doručí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příslušný</a:t>
            </a:r>
            <a:r>
              <a:rPr lang="en-US" sz="1600"/>
              <a:t> </a:t>
            </a:r>
            <a:r>
              <a:rPr lang="en-US" sz="1600" b="1"/>
              <a:t>e-</a:t>
            </a:r>
            <a:r>
              <a:rPr lang="en-US" sz="1600" b="1" err="1"/>
              <a:t>mailový</a:t>
            </a:r>
            <a:r>
              <a:rPr lang="en-US" sz="1600" b="1"/>
              <a:t> server </a:t>
            </a:r>
            <a:r>
              <a:rPr lang="en-US" sz="1600" b="1" err="1"/>
              <a:t>příjemce</a:t>
            </a:r>
            <a:r>
              <a:rPr lang="en-US" sz="160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IMAP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>
                <a:solidFill>
                  <a:srgbClr val="FF0000"/>
                </a:solidFill>
              </a:rPr>
              <a:t>Účel</a:t>
            </a:r>
            <a:r>
              <a:rPr lang="en-US" sz="1600">
                <a:solidFill>
                  <a:srgbClr val="FF0000"/>
                </a:solidFill>
              </a:rPr>
              <a:t>:</a:t>
            </a:r>
            <a:r>
              <a:rPr lang="en-US" sz="1600"/>
              <a:t> </a:t>
            </a:r>
            <a:r>
              <a:rPr lang="en-US" sz="1600" b="1"/>
              <a:t>IMAP</a:t>
            </a:r>
            <a:r>
              <a:rPr lang="en-US" sz="1600"/>
              <a:t> </a:t>
            </a:r>
            <a:r>
              <a:rPr lang="en-US" sz="1600" err="1"/>
              <a:t>slouží</a:t>
            </a:r>
            <a:r>
              <a:rPr lang="en-US" sz="1600"/>
              <a:t> k </a:t>
            </a:r>
            <a:r>
              <a:rPr lang="en-US" sz="1600" b="1" err="1"/>
              <a:t>správě</a:t>
            </a:r>
            <a:r>
              <a:rPr lang="en-US" sz="1600" b="1"/>
              <a:t> e-</a:t>
            </a:r>
            <a:r>
              <a:rPr lang="en-US" sz="1600" b="1" err="1"/>
              <a:t>mailů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serveru</a:t>
            </a:r>
            <a:r>
              <a:rPr lang="en-US" sz="1600"/>
              <a:t>. </a:t>
            </a:r>
            <a:r>
              <a:rPr lang="en-US" sz="1600" err="1"/>
              <a:t>Umožňuje</a:t>
            </a:r>
            <a:r>
              <a:rPr lang="en-US" sz="1600"/>
              <a:t> </a:t>
            </a:r>
            <a:r>
              <a:rPr lang="en-US" sz="1600" err="1"/>
              <a:t>uživatelům</a:t>
            </a:r>
            <a:r>
              <a:rPr lang="en-US" sz="1600"/>
              <a:t> </a:t>
            </a:r>
            <a:r>
              <a:rPr lang="en-US" sz="1600" err="1"/>
              <a:t>přístup</a:t>
            </a:r>
            <a:r>
              <a:rPr lang="en-US" sz="1600"/>
              <a:t> k </a:t>
            </a:r>
            <a:r>
              <a:rPr lang="en-US" sz="1600" b="1"/>
              <a:t>e-</a:t>
            </a:r>
            <a:r>
              <a:rPr lang="en-US" sz="1600" b="1" err="1"/>
              <a:t>mailům</a:t>
            </a:r>
            <a:r>
              <a:rPr lang="en-US" sz="1600"/>
              <a:t> a </a:t>
            </a:r>
            <a:r>
              <a:rPr lang="en-US" sz="1600" err="1"/>
              <a:t>jejich</a:t>
            </a:r>
            <a:r>
              <a:rPr lang="en-US" sz="1600"/>
              <a:t> </a:t>
            </a:r>
            <a:r>
              <a:rPr lang="en-US" sz="1600" b="1" err="1"/>
              <a:t>organizaci</a:t>
            </a:r>
            <a:r>
              <a:rPr lang="en-US" sz="1600"/>
              <a:t> </a:t>
            </a:r>
            <a:r>
              <a:rPr lang="en-US" sz="1600" err="1"/>
              <a:t>přímo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b="1" err="1"/>
              <a:t>serveru</a:t>
            </a:r>
            <a:r>
              <a:rPr lang="en-US" sz="1600"/>
              <a:t>.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C00000"/>
                </a:solidFill>
              </a:rPr>
              <a:t>Jak </a:t>
            </a:r>
            <a:r>
              <a:rPr lang="en-US" sz="1600" b="1" err="1">
                <a:solidFill>
                  <a:srgbClr val="C00000"/>
                </a:solidFill>
              </a:rPr>
              <a:t>funguje</a:t>
            </a:r>
            <a:r>
              <a:rPr lang="en-US" sz="1600">
                <a:solidFill>
                  <a:srgbClr val="C00000"/>
                </a:solidFill>
              </a:rPr>
              <a:t>: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/>
              <a:t>Klient</a:t>
            </a:r>
            <a:r>
              <a:rPr lang="en-US" sz="1600"/>
              <a:t> se </a:t>
            </a:r>
            <a:r>
              <a:rPr lang="en-US" sz="1600" err="1"/>
              <a:t>připojuje</a:t>
            </a:r>
            <a:r>
              <a:rPr lang="en-US" sz="1600"/>
              <a:t> k </a:t>
            </a:r>
            <a:r>
              <a:rPr lang="en-US" sz="1600" b="1"/>
              <a:t>IMAP </a:t>
            </a:r>
            <a:r>
              <a:rPr lang="en-US" sz="1600" b="1" err="1"/>
              <a:t>serveru</a:t>
            </a:r>
            <a:r>
              <a:rPr lang="en-US" sz="1600"/>
              <a:t> a </a:t>
            </a:r>
            <a:r>
              <a:rPr lang="en-US" sz="1600" b="1"/>
              <a:t>e-</a:t>
            </a:r>
            <a:r>
              <a:rPr lang="en-US" sz="1600" b="1" err="1"/>
              <a:t>maily</a:t>
            </a:r>
            <a:r>
              <a:rPr lang="en-US" sz="1600"/>
              <a:t> </a:t>
            </a:r>
            <a:r>
              <a:rPr lang="en-US" sz="1600" err="1"/>
              <a:t>zůstávají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serveru</a:t>
            </a:r>
            <a:r>
              <a:rPr lang="en-US" sz="1600"/>
              <a:t>.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err="1"/>
              <a:t>Uživatel</a:t>
            </a:r>
            <a:r>
              <a:rPr lang="en-US" sz="1600"/>
              <a:t> </a:t>
            </a:r>
            <a:r>
              <a:rPr lang="en-US" sz="1600" err="1"/>
              <a:t>může</a:t>
            </a:r>
            <a:r>
              <a:rPr lang="en-US" sz="1600"/>
              <a:t> </a:t>
            </a:r>
            <a:r>
              <a:rPr lang="en-US" sz="1600" err="1"/>
              <a:t>číst</a:t>
            </a:r>
            <a:r>
              <a:rPr lang="en-US" sz="1600"/>
              <a:t>, </a:t>
            </a:r>
            <a:r>
              <a:rPr lang="en-US" sz="1600" err="1"/>
              <a:t>organizovat</a:t>
            </a:r>
            <a:r>
              <a:rPr lang="en-US" sz="1600"/>
              <a:t> a </a:t>
            </a:r>
            <a:r>
              <a:rPr lang="en-US" sz="1600" err="1"/>
              <a:t>spravovat</a:t>
            </a:r>
            <a:r>
              <a:rPr lang="en-US" sz="1600"/>
              <a:t> </a:t>
            </a:r>
            <a:r>
              <a:rPr lang="en-US" sz="1600" b="1"/>
              <a:t>e-</a:t>
            </a:r>
            <a:r>
              <a:rPr lang="en-US" sz="1600" b="1" err="1"/>
              <a:t>maily</a:t>
            </a:r>
            <a:r>
              <a:rPr lang="en-US" sz="1600"/>
              <a:t> bez </a:t>
            </a:r>
            <a:r>
              <a:rPr lang="en-US" sz="1600" err="1"/>
              <a:t>jejich</a:t>
            </a:r>
            <a:r>
              <a:rPr lang="en-US" sz="1600"/>
              <a:t> </a:t>
            </a:r>
            <a:r>
              <a:rPr lang="en-US" sz="1600" err="1"/>
              <a:t>stahování</a:t>
            </a:r>
            <a:r>
              <a:rPr lang="en-US" sz="1600"/>
              <a:t>.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/>
              <a:t>Změny</a:t>
            </a:r>
            <a:r>
              <a:rPr lang="en-US" sz="1600"/>
              <a:t> (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např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.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přesun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e-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mailů</a:t>
            </a:r>
            <a:r>
              <a:rPr lang="en-US" sz="1600">
                <a:solidFill>
                  <a:schemeClr val="tx2">
                    <a:lumMod val="49000"/>
                    <a:lumOff val="51000"/>
                  </a:schemeClr>
                </a:solidFill>
              </a:rPr>
              <a:t> do </a:t>
            </a:r>
            <a:r>
              <a:rPr lang="en-US" sz="1600" err="1">
                <a:solidFill>
                  <a:schemeClr val="tx2">
                    <a:lumMod val="49000"/>
                    <a:lumOff val="51000"/>
                  </a:schemeClr>
                </a:solidFill>
              </a:rPr>
              <a:t>složek</a:t>
            </a:r>
            <a:r>
              <a:rPr lang="en-US" sz="1600"/>
              <a:t>) se </a:t>
            </a:r>
            <a:r>
              <a:rPr lang="en-US" sz="1600" err="1"/>
              <a:t>synchronizují</a:t>
            </a:r>
            <a:r>
              <a:rPr lang="en-US" sz="1600"/>
              <a:t> </a:t>
            </a:r>
            <a:r>
              <a:rPr lang="en-US" sz="1600" err="1"/>
              <a:t>na</a:t>
            </a:r>
            <a:r>
              <a:rPr lang="en-US" sz="1600"/>
              <a:t> </a:t>
            </a:r>
            <a:r>
              <a:rPr lang="en-US" sz="1600" err="1"/>
              <a:t>všech</a:t>
            </a:r>
            <a:r>
              <a:rPr lang="en-US" sz="1600"/>
              <a:t> </a:t>
            </a:r>
            <a:r>
              <a:rPr lang="en-US" sz="1600" err="1"/>
              <a:t>zařízeních</a:t>
            </a:r>
            <a:r>
              <a:rPr lang="en-US" sz="1600"/>
              <a:t>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734671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5155C64-C169-4FC2-B327-D5E5D658F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                               FTP</a:t>
            </a:r>
            <a:b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            (File Transfer Protocol)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6CFA72AE-FF69-B66E-2CD6-770131C40C0D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Platformně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nezávislý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protokol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pro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přenos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souborů</a:t>
            </a:r>
            <a:endParaRPr lang="en-US" sz="1300">
              <a:solidFill>
                <a:schemeClr val="accent6">
                  <a:lumMod val="76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err="1"/>
              <a:t>Používá</a:t>
            </a:r>
            <a:r>
              <a:rPr lang="en-US" sz="1300"/>
              <a:t> </a:t>
            </a:r>
            <a:r>
              <a:rPr lang="en-US" sz="1300" b="1"/>
              <a:t>TCP/21</a:t>
            </a:r>
            <a:r>
              <a:rPr lang="en-US" sz="1300"/>
              <a:t> (</a:t>
            </a:r>
            <a:r>
              <a:rPr lang="en-US" sz="1300" err="1">
                <a:solidFill>
                  <a:schemeClr val="tx2">
                    <a:lumMod val="49000"/>
                    <a:lumOff val="51000"/>
                  </a:schemeClr>
                </a:solidFill>
              </a:rPr>
              <a:t>ovládací</a:t>
            </a:r>
            <a:r>
              <a:rPr lang="en-US" sz="13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300" err="1">
                <a:solidFill>
                  <a:schemeClr val="tx2">
                    <a:lumMod val="49000"/>
                    <a:lumOff val="51000"/>
                  </a:schemeClr>
                </a:solidFill>
              </a:rPr>
              <a:t>kanál</a:t>
            </a:r>
            <a:r>
              <a:rPr lang="en-US" sz="1300"/>
              <a:t>) a </a:t>
            </a:r>
            <a:r>
              <a:rPr lang="en-US" sz="1300" b="1"/>
              <a:t>TCP/20</a:t>
            </a:r>
            <a:r>
              <a:rPr lang="en-US" sz="1300"/>
              <a:t> (</a:t>
            </a:r>
            <a:r>
              <a:rPr lang="en-US" sz="1300" err="1">
                <a:solidFill>
                  <a:schemeClr val="tx2">
                    <a:lumMod val="49000"/>
                    <a:lumOff val="51000"/>
                  </a:schemeClr>
                </a:solidFill>
              </a:rPr>
              <a:t>datový</a:t>
            </a:r>
            <a:r>
              <a:rPr lang="en-US" sz="130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 sz="1300" err="1">
                <a:solidFill>
                  <a:schemeClr val="tx2">
                    <a:lumMod val="49000"/>
                    <a:lumOff val="51000"/>
                  </a:schemeClr>
                </a:solidFill>
              </a:rPr>
              <a:t>kanál</a:t>
            </a:r>
            <a:r>
              <a:rPr lang="en-US" sz="1300"/>
              <a:t>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Součástí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webových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prohlížečů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nebo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správců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souborů</a:t>
            </a:r>
            <a:endParaRPr lang="en-US" sz="1300" err="1">
              <a:solidFill>
                <a:schemeClr val="accent6">
                  <a:lumMod val="76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err="1"/>
              <a:t>Lze</a:t>
            </a:r>
            <a:r>
              <a:rPr lang="en-US" sz="1300"/>
              <a:t> </a:t>
            </a:r>
            <a:r>
              <a:rPr lang="en-US" sz="1300" err="1"/>
              <a:t>používat</a:t>
            </a:r>
            <a:r>
              <a:rPr lang="en-US" sz="1300"/>
              <a:t> z </a:t>
            </a:r>
            <a:r>
              <a:rPr lang="en-US" sz="1300" err="1"/>
              <a:t>běžných</a:t>
            </a:r>
            <a:r>
              <a:rPr lang="en-US" sz="1300"/>
              <a:t> </a:t>
            </a:r>
            <a:r>
              <a:rPr lang="en-US" sz="1300" err="1"/>
              <a:t>nástrojů</a:t>
            </a:r>
            <a:r>
              <a:rPr lang="en-US" sz="1300"/>
              <a:t> bez </a:t>
            </a:r>
            <a:r>
              <a:rPr lang="en-US" sz="1300" err="1"/>
              <a:t>potřeby</a:t>
            </a:r>
            <a:r>
              <a:rPr lang="en-US" sz="1300"/>
              <a:t> </a:t>
            </a:r>
            <a:r>
              <a:rPr lang="en-US" sz="1300" err="1"/>
              <a:t>specializovaného</a:t>
            </a:r>
            <a:r>
              <a:rPr lang="en-US" sz="1300"/>
              <a:t> </a:t>
            </a:r>
            <a:r>
              <a:rPr lang="en-US" sz="1300" b="1" err="1"/>
              <a:t>softwaru</a:t>
            </a:r>
            <a:r>
              <a:rPr lang="en-US" sz="13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Podpora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textového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a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binárního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přenosu</a:t>
            </a:r>
            <a:endParaRPr lang="en-US" sz="1300" err="1">
              <a:solidFill>
                <a:schemeClr val="accent6">
                  <a:lumMod val="76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err="1"/>
              <a:t>Umožňuje</a:t>
            </a:r>
            <a:r>
              <a:rPr lang="en-US" sz="1300"/>
              <a:t> </a:t>
            </a:r>
            <a:r>
              <a:rPr lang="en-US" sz="1300" err="1"/>
              <a:t>přenos</a:t>
            </a:r>
            <a:r>
              <a:rPr lang="en-US" sz="1300"/>
              <a:t> jak </a:t>
            </a:r>
            <a:r>
              <a:rPr lang="en-US" sz="1300" err="1"/>
              <a:t>textových</a:t>
            </a:r>
            <a:r>
              <a:rPr lang="en-US" sz="1300"/>
              <a:t> </a:t>
            </a:r>
            <a:r>
              <a:rPr lang="en-US" sz="1300" err="1"/>
              <a:t>souborů</a:t>
            </a:r>
            <a:r>
              <a:rPr lang="en-US" sz="1300"/>
              <a:t>, </a:t>
            </a:r>
            <a:r>
              <a:rPr lang="en-US" sz="1300" err="1"/>
              <a:t>tak</a:t>
            </a:r>
            <a:r>
              <a:rPr lang="en-US" sz="1300"/>
              <a:t> </a:t>
            </a:r>
            <a:r>
              <a:rPr lang="en-US" sz="1300" b="1" err="1"/>
              <a:t>binárních</a:t>
            </a:r>
            <a:r>
              <a:rPr lang="en-US" sz="1300" b="1"/>
              <a:t> dat</a:t>
            </a:r>
            <a:r>
              <a:rPr lang="en-US" sz="13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Interaktivní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protokol</a:t>
            </a:r>
            <a:endParaRPr lang="en-US" sz="1300" err="1">
              <a:solidFill>
                <a:schemeClr val="accent6">
                  <a:lumMod val="76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 err="1"/>
              <a:t>Klient</a:t>
            </a:r>
            <a:r>
              <a:rPr lang="en-US" sz="1300"/>
              <a:t> </a:t>
            </a:r>
            <a:r>
              <a:rPr lang="en-US" sz="1300" err="1"/>
              <a:t>komunikuje</a:t>
            </a:r>
            <a:r>
              <a:rPr lang="en-US" sz="1300"/>
              <a:t> se </a:t>
            </a:r>
            <a:r>
              <a:rPr lang="en-US" sz="1300" err="1"/>
              <a:t>serverem</a:t>
            </a:r>
            <a:r>
              <a:rPr lang="en-US" sz="1300"/>
              <a:t> </a:t>
            </a:r>
            <a:r>
              <a:rPr lang="en-US" sz="1300" err="1"/>
              <a:t>pomocí</a:t>
            </a:r>
            <a:r>
              <a:rPr lang="en-US" sz="1300"/>
              <a:t> </a:t>
            </a:r>
            <a:r>
              <a:rPr lang="en-US" sz="1300" err="1"/>
              <a:t>příkazů</a:t>
            </a:r>
            <a:r>
              <a:rPr lang="en-US" sz="1300"/>
              <a:t> a </a:t>
            </a:r>
            <a:r>
              <a:rPr lang="en-US" sz="1300" err="1"/>
              <a:t>dostává</a:t>
            </a:r>
            <a:r>
              <a:rPr lang="en-US" sz="1300"/>
              <a:t> </a:t>
            </a:r>
            <a:r>
              <a:rPr lang="en-US" sz="1300" err="1"/>
              <a:t>odpovědi</a:t>
            </a:r>
            <a:r>
              <a:rPr lang="en-US" sz="13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accent6">
                    <a:lumMod val="76000"/>
                  </a:schemeClr>
                </a:solidFill>
              </a:rPr>
              <a:t>Podpora </a:t>
            </a:r>
            <a:r>
              <a:rPr lang="en-US" sz="1300" b="1" err="1">
                <a:solidFill>
                  <a:schemeClr val="accent6">
                    <a:lumMod val="76000"/>
                  </a:schemeClr>
                </a:solidFill>
              </a:rPr>
              <a:t>přihlášení</a:t>
            </a:r>
            <a:endParaRPr lang="en-US" sz="1300" b="1">
              <a:solidFill>
                <a:schemeClr val="accent6">
                  <a:lumMod val="76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err="1"/>
              <a:t>Přihlášení</a:t>
            </a:r>
            <a:r>
              <a:rPr lang="en-US" sz="1300"/>
              <a:t> </a:t>
            </a:r>
            <a:r>
              <a:rPr lang="en-US" sz="1300" err="1"/>
              <a:t>vyžaduje</a:t>
            </a:r>
            <a:r>
              <a:rPr lang="en-US" sz="1300"/>
              <a:t> </a:t>
            </a:r>
            <a:r>
              <a:rPr lang="en-US" sz="1300" err="1"/>
              <a:t>uživatelské</a:t>
            </a:r>
            <a:r>
              <a:rPr lang="en-US" sz="1300"/>
              <a:t> </a:t>
            </a:r>
            <a:r>
              <a:rPr lang="en-US" sz="1300" b="1" err="1"/>
              <a:t>jméno</a:t>
            </a:r>
            <a:r>
              <a:rPr lang="en-US" sz="1300"/>
              <a:t> a </a:t>
            </a:r>
            <a:r>
              <a:rPr lang="en-US" sz="1300" b="1" err="1"/>
              <a:t>heslo</a:t>
            </a:r>
            <a:r>
              <a:rPr lang="en-US" sz="13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/>
          </a:p>
        </p:txBody>
      </p:sp>
      <p:pic>
        <p:nvPicPr>
          <p:cNvPr id="12" name="Obrázek 11" descr="Obsah obrázku text, snímek obrazovky, diagram&#10;&#10;Popis se vygeneroval automaticky.">
            <a:extLst>
              <a:ext uri="{FF2B5EF4-FFF2-40B4-BE49-F238E27FC236}">
                <a16:creationId xmlns:a16="http://schemas.microsoft.com/office/drawing/2014/main" id="{9AC9B883-7F45-1896-A745-CA3035CE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24" y="2484255"/>
            <a:ext cx="4903292" cy="3714244"/>
          </a:xfrm>
          <a:prstGeom prst="rect">
            <a:avLst/>
          </a:prstGeom>
        </p:spPr>
      </p:pic>
      <p:sp>
        <p:nvSpPr>
          <p:cNvPr id="18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ECECA36-4B4E-BF92-9531-7CCB9DDCF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916885"/>
            <a:ext cx="4777381" cy="285448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E4C3BA-1FC8-F9BC-E59C-B9CE7DE0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Bezpečnostní nevýhody</a:t>
            </a:r>
            <a:endParaRPr lang="en-US" sz="18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cs-CZ" sz="1800" b="1"/>
              <a:t>Přihlašovací údaje i data jsou přenášena </a:t>
            </a:r>
            <a:r>
              <a:rPr lang="cs-CZ" sz="1800" b="1" err="1"/>
              <a:t>nešifrovaně</a:t>
            </a:r>
            <a:r>
              <a:rPr lang="cs-CZ" sz="1800"/>
              <a:t>.</a:t>
            </a:r>
            <a:endParaRPr lang="en-US" sz="1800"/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r>
              <a:rPr lang="cs-CZ" sz="1800"/>
              <a:t>Zabezpečené rozšíření: </a:t>
            </a:r>
            <a:r>
              <a:rPr lang="cs-CZ" sz="1800" b="1"/>
              <a:t>FTPS</a:t>
            </a:r>
            <a:r>
              <a:rPr lang="cs-CZ" sz="1800"/>
              <a:t> (</a:t>
            </a:r>
            <a:r>
              <a:rPr lang="cs-CZ" sz="1800">
                <a:solidFill>
                  <a:schemeClr val="tx2">
                    <a:lumMod val="49000"/>
                    <a:lumOff val="51000"/>
                  </a:schemeClr>
                </a:solidFill>
              </a:rPr>
              <a:t>FTP s podporou SSL</a:t>
            </a:r>
            <a:r>
              <a:rPr lang="cs-CZ" sz="1800"/>
              <a:t>).</a:t>
            </a:r>
            <a:endParaRPr lang="en-US" sz="1800"/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r>
              <a:rPr lang="cs-CZ" sz="1800"/>
              <a:t> </a:t>
            </a:r>
            <a:r>
              <a:rPr lang="cs-CZ" sz="1800" b="1"/>
              <a:t>Nezaměňovat se SFTP</a:t>
            </a:r>
            <a:r>
              <a:rPr lang="cs-CZ" sz="1800"/>
              <a:t>, které je založeno na SSH.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Režimy přenosu dat</a:t>
            </a:r>
            <a:r>
              <a:rPr lang="cs-CZ" sz="180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18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r>
              <a:rPr lang="cs-CZ" sz="1800" b="1"/>
              <a:t>Pasivní režim</a:t>
            </a:r>
            <a:r>
              <a:rPr lang="cs-CZ" sz="1800"/>
              <a:t>: Klient navazuje připojení pro přenos dat, což je užitečné v sítích s </a:t>
            </a:r>
            <a:r>
              <a:rPr lang="cs-CZ" sz="1800" b="1"/>
              <a:t>NAT</a:t>
            </a:r>
            <a:r>
              <a:rPr lang="cs-CZ" sz="1800"/>
              <a:t>.</a:t>
            </a:r>
            <a:endParaRPr lang="en-US" sz="1800"/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r>
              <a:rPr lang="cs-CZ" sz="1800" b="1"/>
              <a:t>Aktivní režim</a:t>
            </a:r>
            <a:r>
              <a:rPr lang="cs-CZ" sz="1800"/>
              <a:t>: Server navazuje připojení pro přenos dat, klient pouze naslouchá.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Výkonová omezení</a:t>
            </a:r>
            <a:endParaRPr lang="cs-CZ" sz="18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cs-CZ" sz="1800" b="1"/>
              <a:t>Snížení rychlosti při přenosu velkého množství malých souborů</a:t>
            </a:r>
            <a:r>
              <a:rPr lang="cs-CZ" sz="1800"/>
              <a:t> kvůli režimu navazování spojení pro každý soubor.</a:t>
            </a:r>
          </a:p>
          <a:p>
            <a:pPr>
              <a:spcBef>
                <a:spcPts val="0"/>
              </a:spcBef>
            </a:pPr>
            <a:endParaRPr lang="cs-CZ" sz="1800"/>
          </a:p>
          <a:p>
            <a:endParaRPr lang="cs-CZ" sz="1800"/>
          </a:p>
        </p:txBody>
      </p:sp>
    </p:spTree>
    <p:extLst>
      <p:ext uri="{BB962C8B-B14F-4D97-AF65-F5344CB8AC3E}">
        <p14:creationId xmlns:p14="http://schemas.microsoft.com/office/powerpoint/2010/main" val="231382494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Motiv systému Office</vt:lpstr>
      <vt:lpstr>Popis základních TCP/IP (Transmission Control Protocol/Internet Protocol)</vt:lpstr>
      <vt:lpstr>TCP/IP</vt:lpstr>
      <vt:lpstr>DHCP (Dynamic Host Configuration Protocol)</vt:lpstr>
      <vt:lpstr>PowerPoint Presentation</vt:lpstr>
      <vt:lpstr>ARP (Address Resolution Protocol)</vt:lpstr>
      <vt:lpstr>PowerPoint Presentation</vt:lpstr>
      <vt:lpstr>DNS (Domain Name System)</vt:lpstr>
      <vt:lpstr>PowerPoint Presentation</vt:lpstr>
      <vt:lpstr>                                     HTTP / HTTPS                (Hypertext Transfer Protocol/secure)</vt:lpstr>
      <vt:lpstr>PowerPoint Presentation</vt:lpstr>
      <vt:lpstr>POP3, SMTP a IMAP</vt:lpstr>
      <vt:lpstr>PowerPoint Presentation</vt:lpstr>
      <vt:lpstr>                                              FTP                            (File Transfer Protocol)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2024-10-12T17:00:14Z</dcterms:created>
  <dcterms:modified xsi:type="dcterms:W3CDTF">2024-12-10T07:41:05Z</dcterms:modified>
</cp:coreProperties>
</file>