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A9A85F-E569-B962-7B13-9E876992511A}" v="6" dt="2024-11-26T08:18:27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yáš Pierník" userId="S::it2119@sspu-opava.cz::59e38ed1-c20a-43ec-8ad5-0e28e77f7087" providerId="AD" clId="Web-{65A9A85F-E569-B962-7B13-9E876992511A}"/>
    <pc:docChg chg="addSld modSld">
      <pc:chgData name="Matyáš Pierník" userId="S::it2119@sspu-opava.cz::59e38ed1-c20a-43ec-8ad5-0e28e77f7087" providerId="AD" clId="Web-{65A9A85F-E569-B962-7B13-9E876992511A}" dt="2024-11-26T08:18:27.420" v="5" actId="1076"/>
      <pc:docMkLst>
        <pc:docMk/>
      </pc:docMkLst>
      <pc:sldChg chg="modSp">
        <pc:chgData name="Matyáš Pierník" userId="S::it2119@sspu-opava.cz::59e38ed1-c20a-43ec-8ad5-0e28e77f7087" providerId="AD" clId="Web-{65A9A85F-E569-B962-7B13-9E876992511A}" dt="2024-11-26T08:18:27.420" v="5" actId="1076"/>
        <pc:sldMkLst>
          <pc:docMk/>
          <pc:sldMk cId="2737687696" sldId="268"/>
        </pc:sldMkLst>
        <pc:picChg chg="mod">
          <ac:chgData name="Matyáš Pierník" userId="S::it2119@sspu-opava.cz::59e38ed1-c20a-43ec-8ad5-0e28e77f7087" providerId="AD" clId="Web-{65A9A85F-E569-B962-7B13-9E876992511A}" dt="2024-11-26T08:18:27.420" v="5" actId="1076"/>
          <ac:picMkLst>
            <pc:docMk/>
            <pc:sldMk cId="2737687696" sldId="268"/>
            <ac:picMk id="36" creationId="{490A24E0-F203-3903-5949-EA0559BC828A}"/>
          </ac:picMkLst>
        </pc:picChg>
      </pc:sldChg>
      <pc:sldChg chg="new mod setBg modShow">
        <pc:chgData name="Matyáš Pierník" userId="S::it2119@sspu-opava.cz::59e38ed1-c20a-43ec-8ad5-0e28e77f7087" providerId="AD" clId="Web-{65A9A85F-E569-B962-7B13-9E876992511A}" dt="2024-11-26T08:18:07.450" v="3"/>
        <pc:sldMkLst>
          <pc:docMk/>
          <pc:sldMk cId="1723394541" sldId="271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A2C0C1-09F5-4E34-B4A5-255B27711CD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8EBFD4-51F2-49F6-B77C-BE104F80FA03}">
      <dgm:prSet/>
      <dgm:spPr/>
      <dgm:t>
        <a:bodyPr/>
        <a:lstStyle/>
        <a:p>
          <a:r>
            <a:rPr lang="en-US" b="1"/>
            <a:t>Přepojování okruhů</a:t>
          </a:r>
          <a:r>
            <a:rPr lang="en-US"/>
            <a:t>: Spojení je vytvořeno před přenosem dat (např. telefonní síť). Je potřeba vytvořit pevnou cestu.</a:t>
          </a:r>
        </a:p>
      </dgm:t>
    </dgm:pt>
    <dgm:pt modelId="{C72CDF10-CD2A-49F3-9797-87684EEA1FBF}" type="parTrans" cxnId="{1A97E056-C6F2-4E0C-A9B1-2DFEDF8259D2}">
      <dgm:prSet/>
      <dgm:spPr/>
      <dgm:t>
        <a:bodyPr/>
        <a:lstStyle/>
        <a:p>
          <a:endParaRPr lang="en-US"/>
        </a:p>
      </dgm:t>
    </dgm:pt>
    <dgm:pt modelId="{9FFE4140-F182-4DB7-9148-E87670D87BC7}" type="sibTrans" cxnId="{1A97E056-C6F2-4E0C-A9B1-2DFEDF8259D2}">
      <dgm:prSet/>
      <dgm:spPr/>
      <dgm:t>
        <a:bodyPr/>
        <a:lstStyle/>
        <a:p>
          <a:endParaRPr lang="en-US"/>
        </a:p>
      </dgm:t>
    </dgm:pt>
    <dgm:pt modelId="{2A10A4D1-680A-433E-B987-F11D0298DAAD}">
      <dgm:prSet/>
      <dgm:spPr/>
      <dgm:t>
        <a:bodyPr/>
        <a:lstStyle/>
        <a:p>
          <a:r>
            <a:rPr lang="en-US" b="1"/>
            <a:t>Přepojování paketů</a:t>
          </a:r>
          <a:r>
            <a:rPr lang="en-US"/>
            <a:t>: Data jsou rozdělena do paketů, které mohou cestovat různými trasami k cíli (např. internet). Rychlejší a flexibilnější než přepojování okruhů.</a:t>
          </a:r>
        </a:p>
      </dgm:t>
    </dgm:pt>
    <dgm:pt modelId="{F2D9F279-D8BD-4853-A12E-B4C54077FECE}" type="parTrans" cxnId="{6BF0BD0B-8BA0-463A-ACBC-8E4F9CFD1563}">
      <dgm:prSet/>
      <dgm:spPr/>
      <dgm:t>
        <a:bodyPr/>
        <a:lstStyle/>
        <a:p>
          <a:endParaRPr lang="en-US"/>
        </a:p>
      </dgm:t>
    </dgm:pt>
    <dgm:pt modelId="{BFF34269-9EA4-4DED-BF58-285FE5E5973A}" type="sibTrans" cxnId="{6BF0BD0B-8BA0-463A-ACBC-8E4F9CFD1563}">
      <dgm:prSet/>
      <dgm:spPr/>
      <dgm:t>
        <a:bodyPr/>
        <a:lstStyle/>
        <a:p>
          <a:endParaRPr lang="en-US"/>
        </a:p>
      </dgm:t>
    </dgm:pt>
    <dgm:pt modelId="{B949253D-4E5B-431B-88B9-AB95394702D4}" type="pres">
      <dgm:prSet presAssocID="{0EA2C0C1-09F5-4E34-B4A5-255B27711CD1}" presName="root" presStyleCnt="0">
        <dgm:presLayoutVars>
          <dgm:dir/>
          <dgm:resizeHandles val="exact"/>
        </dgm:presLayoutVars>
      </dgm:prSet>
      <dgm:spPr/>
    </dgm:pt>
    <dgm:pt modelId="{D29DA5C3-F434-4530-BC7C-1E3DD3D723C8}" type="pres">
      <dgm:prSet presAssocID="{398EBFD4-51F2-49F6-B77C-BE104F80FA03}" presName="compNode" presStyleCnt="0"/>
      <dgm:spPr/>
    </dgm:pt>
    <dgm:pt modelId="{9FE71947-4983-46C8-910A-30E0F33CC5C6}" type="pres">
      <dgm:prSet presAssocID="{398EBFD4-51F2-49F6-B77C-BE104F80FA0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áze"/>
        </a:ext>
      </dgm:extLst>
    </dgm:pt>
    <dgm:pt modelId="{383CD588-7FEA-4401-8120-E469679C33EE}" type="pres">
      <dgm:prSet presAssocID="{398EBFD4-51F2-49F6-B77C-BE104F80FA03}" presName="spaceRect" presStyleCnt="0"/>
      <dgm:spPr/>
    </dgm:pt>
    <dgm:pt modelId="{CCADC483-9417-4165-A6E8-B20841383B74}" type="pres">
      <dgm:prSet presAssocID="{398EBFD4-51F2-49F6-B77C-BE104F80FA03}" presName="textRect" presStyleLbl="revTx" presStyleIdx="0" presStyleCnt="2">
        <dgm:presLayoutVars>
          <dgm:chMax val="1"/>
          <dgm:chPref val="1"/>
        </dgm:presLayoutVars>
      </dgm:prSet>
      <dgm:spPr/>
    </dgm:pt>
    <dgm:pt modelId="{BDCC5D7F-B630-4D99-81A5-349D7FB420F0}" type="pres">
      <dgm:prSet presAssocID="{9FFE4140-F182-4DB7-9148-E87670D87BC7}" presName="sibTrans" presStyleCnt="0"/>
      <dgm:spPr/>
    </dgm:pt>
    <dgm:pt modelId="{16DB9EA7-8B24-45C2-9FDA-02C202A35874}" type="pres">
      <dgm:prSet presAssocID="{2A10A4D1-680A-433E-B987-F11D0298DAAD}" presName="compNode" presStyleCnt="0"/>
      <dgm:spPr/>
    </dgm:pt>
    <dgm:pt modelId="{ADB857C0-0255-4992-8C64-795B0D372D56}" type="pres">
      <dgm:prSet presAssocID="{2A10A4D1-680A-433E-B987-F11D0298DAA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6637FC1-BF0D-4A80-B99D-3C970C5F14F6}" type="pres">
      <dgm:prSet presAssocID="{2A10A4D1-680A-433E-B987-F11D0298DAAD}" presName="spaceRect" presStyleCnt="0"/>
      <dgm:spPr/>
    </dgm:pt>
    <dgm:pt modelId="{B70968CA-0B02-42D5-BD55-8EEAD9EE78BE}" type="pres">
      <dgm:prSet presAssocID="{2A10A4D1-680A-433E-B987-F11D0298DAA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BF0BD0B-8BA0-463A-ACBC-8E4F9CFD1563}" srcId="{0EA2C0C1-09F5-4E34-B4A5-255B27711CD1}" destId="{2A10A4D1-680A-433E-B987-F11D0298DAAD}" srcOrd="1" destOrd="0" parTransId="{F2D9F279-D8BD-4853-A12E-B4C54077FECE}" sibTransId="{BFF34269-9EA4-4DED-BF58-285FE5E5973A}"/>
    <dgm:cxn modelId="{1A97E056-C6F2-4E0C-A9B1-2DFEDF8259D2}" srcId="{0EA2C0C1-09F5-4E34-B4A5-255B27711CD1}" destId="{398EBFD4-51F2-49F6-B77C-BE104F80FA03}" srcOrd="0" destOrd="0" parTransId="{C72CDF10-CD2A-49F3-9797-87684EEA1FBF}" sibTransId="{9FFE4140-F182-4DB7-9148-E87670D87BC7}"/>
    <dgm:cxn modelId="{DA743C8C-2B41-42FA-A10C-D1F882EB8743}" type="presOf" srcId="{0EA2C0C1-09F5-4E34-B4A5-255B27711CD1}" destId="{B949253D-4E5B-431B-88B9-AB95394702D4}" srcOrd="0" destOrd="0" presId="urn:microsoft.com/office/officeart/2018/2/layout/IconLabelList"/>
    <dgm:cxn modelId="{2C1FEB8E-51FD-4C3B-BB47-303653237CA5}" type="presOf" srcId="{398EBFD4-51F2-49F6-B77C-BE104F80FA03}" destId="{CCADC483-9417-4165-A6E8-B20841383B74}" srcOrd="0" destOrd="0" presId="urn:microsoft.com/office/officeart/2018/2/layout/IconLabelList"/>
    <dgm:cxn modelId="{E8E917B8-5B00-438F-AED0-ECFA4D98A35B}" type="presOf" srcId="{2A10A4D1-680A-433E-B987-F11D0298DAAD}" destId="{B70968CA-0B02-42D5-BD55-8EEAD9EE78BE}" srcOrd="0" destOrd="0" presId="urn:microsoft.com/office/officeart/2018/2/layout/IconLabelList"/>
    <dgm:cxn modelId="{D82547CD-61B6-4913-A32C-29B42D404363}" type="presParOf" srcId="{B949253D-4E5B-431B-88B9-AB95394702D4}" destId="{D29DA5C3-F434-4530-BC7C-1E3DD3D723C8}" srcOrd="0" destOrd="0" presId="urn:microsoft.com/office/officeart/2018/2/layout/IconLabelList"/>
    <dgm:cxn modelId="{09D3E8EE-17E4-4753-BB70-E32D7A666054}" type="presParOf" srcId="{D29DA5C3-F434-4530-BC7C-1E3DD3D723C8}" destId="{9FE71947-4983-46C8-910A-30E0F33CC5C6}" srcOrd="0" destOrd="0" presId="urn:microsoft.com/office/officeart/2018/2/layout/IconLabelList"/>
    <dgm:cxn modelId="{FEA2FFDA-9B10-4417-BBA5-358C060536D7}" type="presParOf" srcId="{D29DA5C3-F434-4530-BC7C-1E3DD3D723C8}" destId="{383CD588-7FEA-4401-8120-E469679C33EE}" srcOrd="1" destOrd="0" presId="urn:microsoft.com/office/officeart/2018/2/layout/IconLabelList"/>
    <dgm:cxn modelId="{053F74F4-519A-479F-9691-3E48C5E39F85}" type="presParOf" srcId="{D29DA5C3-F434-4530-BC7C-1E3DD3D723C8}" destId="{CCADC483-9417-4165-A6E8-B20841383B74}" srcOrd="2" destOrd="0" presId="urn:microsoft.com/office/officeart/2018/2/layout/IconLabelList"/>
    <dgm:cxn modelId="{EE84B4DC-DAF5-4E46-89FA-B396B5C7A0B5}" type="presParOf" srcId="{B949253D-4E5B-431B-88B9-AB95394702D4}" destId="{BDCC5D7F-B630-4D99-81A5-349D7FB420F0}" srcOrd="1" destOrd="0" presId="urn:microsoft.com/office/officeart/2018/2/layout/IconLabelList"/>
    <dgm:cxn modelId="{5C899460-D35F-4810-85FD-DDA50A6A043E}" type="presParOf" srcId="{B949253D-4E5B-431B-88B9-AB95394702D4}" destId="{16DB9EA7-8B24-45C2-9FDA-02C202A35874}" srcOrd="2" destOrd="0" presId="urn:microsoft.com/office/officeart/2018/2/layout/IconLabelList"/>
    <dgm:cxn modelId="{595E27C4-BF55-4258-8EF1-5F97BBB70847}" type="presParOf" srcId="{16DB9EA7-8B24-45C2-9FDA-02C202A35874}" destId="{ADB857C0-0255-4992-8C64-795B0D372D56}" srcOrd="0" destOrd="0" presId="urn:microsoft.com/office/officeart/2018/2/layout/IconLabelList"/>
    <dgm:cxn modelId="{FBB0C4BC-0AA6-4D82-A3F3-8230972DBBAE}" type="presParOf" srcId="{16DB9EA7-8B24-45C2-9FDA-02C202A35874}" destId="{D6637FC1-BF0D-4A80-B99D-3C970C5F14F6}" srcOrd="1" destOrd="0" presId="urn:microsoft.com/office/officeart/2018/2/layout/IconLabelList"/>
    <dgm:cxn modelId="{C2777AFD-6543-489B-912E-46FB95DA4919}" type="presParOf" srcId="{16DB9EA7-8B24-45C2-9FDA-02C202A35874}" destId="{B70968CA-0B02-42D5-BD55-8EEAD9EE78B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05F1F9-330D-4A81-93E7-635BF002F3A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BC4EC40-B11D-4721-8185-0DDB39F9BD10}">
      <dgm:prSet/>
      <dgm:spPr/>
      <dgm:t>
        <a:bodyPr/>
        <a:lstStyle/>
        <a:p>
          <a:r>
            <a:rPr lang="cs-CZ" b="1"/>
            <a:t>Spojovaný přenos</a:t>
          </a:r>
          <a:r>
            <a:rPr lang="cs-CZ"/>
            <a:t>: Před přenosem dat se vytvoří spojení (např. TCP/IP).</a:t>
          </a:r>
          <a:endParaRPr lang="en-US"/>
        </a:p>
      </dgm:t>
    </dgm:pt>
    <dgm:pt modelId="{87129B44-BA18-4CAA-B11D-12A866D3AC3C}" type="parTrans" cxnId="{72CD99AF-2982-4F29-93C5-C773B6322483}">
      <dgm:prSet/>
      <dgm:spPr/>
      <dgm:t>
        <a:bodyPr/>
        <a:lstStyle/>
        <a:p>
          <a:endParaRPr lang="en-US"/>
        </a:p>
      </dgm:t>
    </dgm:pt>
    <dgm:pt modelId="{4F22F92C-45B9-4860-A2C3-38C2D33F41B6}" type="sibTrans" cxnId="{72CD99AF-2982-4F29-93C5-C773B6322483}">
      <dgm:prSet/>
      <dgm:spPr/>
      <dgm:t>
        <a:bodyPr/>
        <a:lstStyle/>
        <a:p>
          <a:endParaRPr lang="en-US"/>
        </a:p>
      </dgm:t>
    </dgm:pt>
    <dgm:pt modelId="{B4AFECB6-5615-4891-9379-02766B8E38F0}">
      <dgm:prSet/>
      <dgm:spPr/>
      <dgm:t>
        <a:bodyPr/>
        <a:lstStyle/>
        <a:p>
          <a:r>
            <a:rPr lang="cs-CZ" b="1"/>
            <a:t>Nespojovaný přenos</a:t>
          </a:r>
          <a:r>
            <a:rPr lang="cs-CZ"/>
            <a:t>: Data se posílají bez vytvoření předchozího spojení (např. UDP).</a:t>
          </a:r>
          <a:endParaRPr lang="en-US"/>
        </a:p>
      </dgm:t>
    </dgm:pt>
    <dgm:pt modelId="{C65D189B-EE9F-4C80-B407-DB5A21A4C03E}" type="parTrans" cxnId="{A72E4B87-1195-4B38-8D4A-D0A7E4D2E314}">
      <dgm:prSet/>
      <dgm:spPr/>
      <dgm:t>
        <a:bodyPr/>
        <a:lstStyle/>
        <a:p>
          <a:endParaRPr lang="en-US"/>
        </a:p>
      </dgm:t>
    </dgm:pt>
    <dgm:pt modelId="{8B480274-4297-4216-A9C4-189303AD6965}" type="sibTrans" cxnId="{A72E4B87-1195-4B38-8D4A-D0A7E4D2E314}">
      <dgm:prSet/>
      <dgm:spPr/>
      <dgm:t>
        <a:bodyPr/>
        <a:lstStyle/>
        <a:p>
          <a:endParaRPr lang="en-US"/>
        </a:p>
      </dgm:t>
    </dgm:pt>
    <dgm:pt modelId="{728D2483-F243-4D94-BB92-BEA300C34286}" type="pres">
      <dgm:prSet presAssocID="{DB05F1F9-330D-4A81-93E7-635BF002F3A2}" presName="linear" presStyleCnt="0">
        <dgm:presLayoutVars>
          <dgm:animLvl val="lvl"/>
          <dgm:resizeHandles val="exact"/>
        </dgm:presLayoutVars>
      </dgm:prSet>
      <dgm:spPr/>
    </dgm:pt>
    <dgm:pt modelId="{102E4E75-E778-4A01-896A-8C9D317F7C2E}" type="pres">
      <dgm:prSet presAssocID="{1BC4EC40-B11D-4721-8185-0DDB39F9BD1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50DA5F5-ECD1-4B7F-8524-5D091778EB88}" type="pres">
      <dgm:prSet presAssocID="{4F22F92C-45B9-4860-A2C3-38C2D33F41B6}" presName="spacer" presStyleCnt="0"/>
      <dgm:spPr/>
    </dgm:pt>
    <dgm:pt modelId="{D697CFBE-C8E4-4206-A067-CE4121730449}" type="pres">
      <dgm:prSet presAssocID="{B4AFECB6-5615-4891-9379-02766B8E38F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C894065-7B57-40B2-9D3B-76833A0A6808}" type="presOf" srcId="{B4AFECB6-5615-4891-9379-02766B8E38F0}" destId="{D697CFBE-C8E4-4206-A067-CE4121730449}" srcOrd="0" destOrd="0" presId="urn:microsoft.com/office/officeart/2005/8/layout/vList2"/>
    <dgm:cxn modelId="{A72E4B87-1195-4B38-8D4A-D0A7E4D2E314}" srcId="{DB05F1F9-330D-4A81-93E7-635BF002F3A2}" destId="{B4AFECB6-5615-4891-9379-02766B8E38F0}" srcOrd="1" destOrd="0" parTransId="{C65D189B-EE9F-4C80-B407-DB5A21A4C03E}" sibTransId="{8B480274-4297-4216-A9C4-189303AD6965}"/>
    <dgm:cxn modelId="{72CD99AF-2982-4F29-93C5-C773B6322483}" srcId="{DB05F1F9-330D-4A81-93E7-635BF002F3A2}" destId="{1BC4EC40-B11D-4721-8185-0DDB39F9BD10}" srcOrd="0" destOrd="0" parTransId="{87129B44-BA18-4CAA-B11D-12A866D3AC3C}" sibTransId="{4F22F92C-45B9-4860-A2C3-38C2D33F41B6}"/>
    <dgm:cxn modelId="{9C28ECCF-EAA3-4F8E-837A-74F3EFB6FAF1}" type="presOf" srcId="{1BC4EC40-B11D-4721-8185-0DDB39F9BD10}" destId="{102E4E75-E778-4A01-896A-8C9D317F7C2E}" srcOrd="0" destOrd="0" presId="urn:microsoft.com/office/officeart/2005/8/layout/vList2"/>
    <dgm:cxn modelId="{3BACEFFF-53D7-4425-BB8C-83285631A581}" type="presOf" srcId="{DB05F1F9-330D-4A81-93E7-635BF002F3A2}" destId="{728D2483-F243-4D94-BB92-BEA300C34286}" srcOrd="0" destOrd="0" presId="urn:microsoft.com/office/officeart/2005/8/layout/vList2"/>
    <dgm:cxn modelId="{3016107D-6DB5-4E52-992A-DAE9CF7F4D2A}" type="presParOf" srcId="{728D2483-F243-4D94-BB92-BEA300C34286}" destId="{102E4E75-E778-4A01-896A-8C9D317F7C2E}" srcOrd="0" destOrd="0" presId="urn:microsoft.com/office/officeart/2005/8/layout/vList2"/>
    <dgm:cxn modelId="{04EFC8DA-21BF-431A-A260-B40570559F22}" type="presParOf" srcId="{728D2483-F243-4D94-BB92-BEA300C34286}" destId="{150DA5F5-ECD1-4B7F-8524-5D091778EB88}" srcOrd="1" destOrd="0" presId="urn:microsoft.com/office/officeart/2005/8/layout/vList2"/>
    <dgm:cxn modelId="{FE470FD4-BF23-4276-A502-89CE8F1A2396}" type="presParOf" srcId="{728D2483-F243-4D94-BB92-BEA300C34286}" destId="{D697CFBE-C8E4-4206-A067-CE412173044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FBB126-6077-4762-B608-115FCF573EA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D591B3E-E953-4051-A3B5-ACB90994A6E3}">
      <dgm:prSet/>
      <dgm:spPr/>
      <dgm:t>
        <a:bodyPr/>
        <a:lstStyle/>
        <a:p>
          <a:r>
            <a:rPr lang="cs-CZ" b="1"/>
            <a:t>Asynchronní přenos</a:t>
          </a:r>
          <a:r>
            <a:rPr lang="cs-CZ"/>
            <a:t>: Data se přenášejí po jednotlivých bitech s použitím start/stop bitů (např. sériová komunikace).</a:t>
          </a:r>
          <a:endParaRPr lang="en-US"/>
        </a:p>
      </dgm:t>
    </dgm:pt>
    <dgm:pt modelId="{053C5546-D5D5-41D3-8908-D5431B2B5C94}" type="parTrans" cxnId="{D72A432D-28F7-452F-B4C5-DD6920051495}">
      <dgm:prSet/>
      <dgm:spPr/>
      <dgm:t>
        <a:bodyPr/>
        <a:lstStyle/>
        <a:p>
          <a:endParaRPr lang="en-US"/>
        </a:p>
      </dgm:t>
    </dgm:pt>
    <dgm:pt modelId="{0096CA5E-FA7D-4284-852D-2992FD7764B2}" type="sibTrans" cxnId="{D72A432D-28F7-452F-B4C5-DD6920051495}">
      <dgm:prSet/>
      <dgm:spPr/>
      <dgm:t>
        <a:bodyPr/>
        <a:lstStyle/>
        <a:p>
          <a:endParaRPr lang="en-US"/>
        </a:p>
      </dgm:t>
    </dgm:pt>
    <dgm:pt modelId="{FF45F3DE-20A0-44B5-98BF-91354A2BD60E}">
      <dgm:prSet/>
      <dgm:spPr/>
      <dgm:t>
        <a:bodyPr/>
        <a:lstStyle/>
        <a:p>
          <a:r>
            <a:rPr lang="cs-CZ" b="1"/>
            <a:t>Synchronní přenos</a:t>
          </a:r>
          <a:r>
            <a:rPr lang="cs-CZ"/>
            <a:t>: Data se přenášejí v blocích, je zde potřeba synchronizace mezi vysílačem a přijímačem (např. Ethernet).</a:t>
          </a:r>
          <a:endParaRPr lang="en-US"/>
        </a:p>
      </dgm:t>
    </dgm:pt>
    <dgm:pt modelId="{F49A2D77-D2BC-4A0A-8574-4F2E8F531ADF}" type="parTrans" cxnId="{878349C8-EF1A-4A09-9CB0-3F6A98E3786A}">
      <dgm:prSet/>
      <dgm:spPr/>
      <dgm:t>
        <a:bodyPr/>
        <a:lstStyle/>
        <a:p>
          <a:endParaRPr lang="en-US"/>
        </a:p>
      </dgm:t>
    </dgm:pt>
    <dgm:pt modelId="{317159FA-18CC-4FEE-984B-6EAAEBE6F0A9}" type="sibTrans" cxnId="{878349C8-EF1A-4A09-9CB0-3F6A98E3786A}">
      <dgm:prSet/>
      <dgm:spPr/>
      <dgm:t>
        <a:bodyPr/>
        <a:lstStyle/>
        <a:p>
          <a:endParaRPr lang="en-US"/>
        </a:p>
      </dgm:t>
    </dgm:pt>
    <dgm:pt modelId="{9DBF6B57-2FE8-445A-999A-4252A5B61058}">
      <dgm:prSet/>
      <dgm:spPr/>
      <dgm:t>
        <a:bodyPr/>
        <a:lstStyle/>
        <a:p>
          <a:r>
            <a:rPr lang="cs-CZ" b="1"/>
            <a:t>Arytmický přenos</a:t>
          </a:r>
          <a:r>
            <a:rPr lang="cs-CZ"/>
            <a:t>: Nepravidelný přenos, v praxi se příliš nevyskytuje.</a:t>
          </a:r>
          <a:endParaRPr lang="en-US"/>
        </a:p>
      </dgm:t>
    </dgm:pt>
    <dgm:pt modelId="{ED52027F-94DA-4B4D-B3AF-C9C443450C11}" type="parTrans" cxnId="{8E525870-4D77-4208-80C2-85FC9CE1734C}">
      <dgm:prSet/>
      <dgm:spPr/>
      <dgm:t>
        <a:bodyPr/>
        <a:lstStyle/>
        <a:p>
          <a:endParaRPr lang="en-US"/>
        </a:p>
      </dgm:t>
    </dgm:pt>
    <dgm:pt modelId="{C71FEE0F-A00C-4BD8-B7D7-CA38317CEE34}" type="sibTrans" cxnId="{8E525870-4D77-4208-80C2-85FC9CE1734C}">
      <dgm:prSet/>
      <dgm:spPr/>
      <dgm:t>
        <a:bodyPr/>
        <a:lstStyle/>
        <a:p>
          <a:endParaRPr lang="en-US"/>
        </a:p>
      </dgm:t>
    </dgm:pt>
    <dgm:pt modelId="{58D27ED5-4861-446C-9572-B334CCD79973}" type="pres">
      <dgm:prSet presAssocID="{05FBB126-6077-4762-B608-115FCF573EA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EEF8A4D-7C0D-4516-B03C-4158E8004D97}" type="pres">
      <dgm:prSet presAssocID="{CD591B3E-E953-4051-A3B5-ACB90994A6E3}" presName="hierRoot1" presStyleCnt="0"/>
      <dgm:spPr/>
    </dgm:pt>
    <dgm:pt modelId="{3D1E62EF-5D37-4C16-868D-56749BA98019}" type="pres">
      <dgm:prSet presAssocID="{CD591B3E-E953-4051-A3B5-ACB90994A6E3}" presName="composite" presStyleCnt="0"/>
      <dgm:spPr/>
    </dgm:pt>
    <dgm:pt modelId="{46629908-F193-4675-894B-FE4B624A08DC}" type="pres">
      <dgm:prSet presAssocID="{CD591B3E-E953-4051-A3B5-ACB90994A6E3}" presName="background" presStyleLbl="node0" presStyleIdx="0" presStyleCnt="3"/>
      <dgm:spPr/>
    </dgm:pt>
    <dgm:pt modelId="{35DCFFB2-40B3-4FDD-874A-95F1D9CB0287}" type="pres">
      <dgm:prSet presAssocID="{CD591B3E-E953-4051-A3B5-ACB90994A6E3}" presName="text" presStyleLbl="fgAcc0" presStyleIdx="0" presStyleCnt="3">
        <dgm:presLayoutVars>
          <dgm:chPref val="3"/>
        </dgm:presLayoutVars>
      </dgm:prSet>
      <dgm:spPr/>
    </dgm:pt>
    <dgm:pt modelId="{27308A3C-7036-4F58-8531-94E6D5A2E853}" type="pres">
      <dgm:prSet presAssocID="{CD591B3E-E953-4051-A3B5-ACB90994A6E3}" presName="hierChild2" presStyleCnt="0"/>
      <dgm:spPr/>
    </dgm:pt>
    <dgm:pt modelId="{FA1A6A2D-9519-49C7-AE36-60B86C015D5F}" type="pres">
      <dgm:prSet presAssocID="{FF45F3DE-20A0-44B5-98BF-91354A2BD60E}" presName="hierRoot1" presStyleCnt="0"/>
      <dgm:spPr/>
    </dgm:pt>
    <dgm:pt modelId="{BD64B0C2-C372-44E7-AEA1-58A5F40BA7DD}" type="pres">
      <dgm:prSet presAssocID="{FF45F3DE-20A0-44B5-98BF-91354A2BD60E}" presName="composite" presStyleCnt="0"/>
      <dgm:spPr/>
    </dgm:pt>
    <dgm:pt modelId="{BDC3D176-67C8-46A0-A87B-87145BDFE181}" type="pres">
      <dgm:prSet presAssocID="{FF45F3DE-20A0-44B5-98BF-91354A2BD60E}" presName="background" presStyleLbl="node0" presStyleIdx="1" presStyleCnt="3"/>
      <dgm:spPr/>
    </dgm:pt>
    <dgm:pt modelId="{82623845-2C4C-4725-90F6-2293E603D8C8}" type="pres">
      <dgm:prSet presAssocID="{FF45F3DE-20A0-44B5-98BF-91354A2BD60E}" presName="text" presStyleLbl="fgAcc0" presStyleIdx="1" presStyleCnt="3">
        <dgm:presLayoutVars>
          <dgm:chPref val="3"/>
        </dgm:presLayoutVars>
      </dgm:prSet>
      <dgm:spPr/>
    </dgm:pt>
    <dgm:pt modelId="{EE006385-757F-4766-887B-009124D78475}" type="pres">
      <dgm:prSet presAssocID="{FF45F3DE-20A0-44B5-98BF-91354A2BD60E}" presName="hierChild2" presStyleCnt="0"/>
      <dgm:spPr/>
    </dgm:pt>
    <dgm:pt modelId="{BC6F31DF-5787-4A93-8378-6029F3227308}" type="pres">
      <dgm:prSet presAssocID="{9DBF6B57-2FE8-445A-999A-4252A5B61058}" presName="hierRoot1" presStyleCnt="0"/>
      <dgm:spPr/>
    </dgm:pt>
    <dgm:pt modelId="{2B43FE77-4284-47E4-A9DC-B6A696E09610}" type="pres">
      <dgm:prSet presAssocID="{9DBF6B57-2FE8-445A-999A-4252A5B61058}" presName="composite" presStyleCnt="0"/>
      <dgm:spPr/>
    </dgm:pt>
    <dgm:pt modelId="{1DFA1198-B4BD-4222-9224-F474CA382AD5}" type="pres">
      <dgm:prSet presAssocID="{9DBF6B57-2FE8-445A-999A-4252A5B61058}" presName="background" presStyleLbl="node0" presStyleIdx="2" presStyleCnt="3"/>
      <dgm:spPr/>
    </dgm:pt>
    <dgm:pt modelId="{97429404-F519-4AEF-9BBE-CBA969122B6A}" type="pres">
      <dgm:prSet presAssocID="{9DBF6B57-2FE8-445A-999A-4252A5B61058}" presName="text" presStyleLbl="fgAcc0" presStyleIdx="2" presStyleCnt="3">
        <dgm:presLayoutVars>
          <dgm:chPref val="3"/>
        </dgm:presLayoutVars>
      </dgm:prSet>
      <dgm:spPr/>
    </dgm:pt>
    <dgm:pt modelId="{1387D3BE-00E1-4E26-BA49-BD75C5D5DB25}" type="pres">
      <dgm:prSet presAssocID="{9DBF6B57-2FE8-445A-999A-4252A5B61058}" presName="hierChild2" presStyleCnt="0"/>
      <dgm:spPr/>
    </dgm:pt>
  </dgm:ptLst>
  <dgm:cxnLst>
    <dgm:cxn modelId="{E5AB7C23-C219-45C8-BA77-DA21374B6EAE}" type="presOf" srcId="{FF45F3DE-20A0-44B5-98BF-91354A2BD60E}" destId="{82623845-2C4C-4725-90F6-2293E603D8C8}" srcOrd="0" destOrd="0" presId="urn:microsoft.com/office/officeart/2005/8/layout/hierarchy1"/>
    <dgm:cxn modelId="{D72A432D-28F7-452F-B4C5-DD6920051495}" srcId="{05FBB126-6077-4762-B608-115FCF573EA6}" destId="{CD591B3E-E953-4051-A3B5-ACB90994A6E3}" srcOrd="0" destOrd="0" parTransId="{053C5546-D5D5-41D3-8908-D5431B2B5C94}" sibTransId="{0096CA5E-FA7D-4284-852D-2992FD7764B2}"/>
    <dgm:cxn modelId="{8E37B83E-D84C-4491-8280-8301C9EAC7D1}" type="presOf" srcId="{CD591B3E-E953-4051-A3B5-ACB90994A6E3}" destId="{35DCFFB2-40B3-4FDD-874A-95F1D9CB0287}" srcOrd="0" destOrd="0" presId="urn:microsoft.com/office/officeart/2005/8/layout/hierarchy1"/>
    <dgm:cxn modelId="{8E525870-4D77-4208-80C2-85FC9CE1734C}" srcId="{05FBB126-6077-4762-B608-115FCF573EA6}" destId="{9DBF6B57-2FE8-445A-999A-4252A5B61058}" srcOrd="2" destOrd="0" parTransId="{ED52027F-94DA-4B4D-B3AF-C9C443450C11}" sibTransId="{C71FEE0F-A00C-4BD8-B7D7-CA38317CEE34}"/>
    <dgm:cxn modelId="{3B8BED8E-B259-403E-BA32-EEB0E9257975}" type="presOf" srcId="{05FBB126-6077-4762-B608-115FCF573EA6}" destId="{58D27ED5-4861-446C-9572-B334CCD79973}" srcOrd="0" destOrd="0" presId="urn:microsoft.com/office/officeart/2005/8/layout/hierarchy1"/>
    <dgm:cxn modelId="{986D0E9A-D15A-45A6-A10D-26C665148729}" type="presOf" srcId="{9DBF6B57-2FE8-445A-999A-4252A5B61058}" destId="{97429404-F519-4AEF-9BBE-CBA969122B6A}" srcOrd="0" destOrd="0" presId="urn:microsoft.com/office/officeart/2005/8/layout/hierarchy1"/>
    <dgm:cxn modelId="{878349C8-EF1A-4A09-9CB0-3F6A98E3786A}" srcId="{05FBB126-6077-4762-B608-115FCF573EA6}" destId="{FF45F3DE-20A0-44B5-98BF-91354A2BD60E}" srcOrd="1" destOrd="0" parTransId="{F49A2D77-D2BC-4A0A-8574-4F2E8F531ADF}" sibTransId="{317159FA-18CC-4FEE-984B-6EAAEBE6F0A9}"/>
    <dgm:cxn modelId="{FBA0D036-8C54-499B-AC58-2D0B34DD438B}" type="presParOf" srcId="{58D27ED5-4861-446C-9572-B334CCD79973}" destId="{FEEF8A4D-7C0D-4516-B03C-4158E8004D97}" srcOrd="0" destOrd="0" presId="urn:microsoft.com/office/officeart/2005/8/layout/hierarchy1"/>
    <dgm:cxn modelId="{8068B61B-D52D-4BBE-820A-B66E35DBAD0B}" type="presParOf" srcId="{FEEF8A4D-7C0D-4516-B03C-4158E8004D97}" destId="{3D1E62EF-5D37-4C16-868D-56749BA98019}" srcOrd="0" destOrd="0" presId="urn:microsoft.com/office/officeart/2005/8/layout/hierarchy1"/>
    <dgm:cxn modelId="{CBC7E899-A1A8-4A6D-8808-50383ADDBFB7}" type="presParOf" srcId="{3D1E62EF-5D37-4C16-868D-56749BA98019}" destId="{46629908-F193-4675-894B-FE4B624A08DC}" srcOrd="0" destOrd="0" presId="urn:microsoft.com/office/officeart/2005/8/layout/hierarchy1"/>
    <dgm:cxn modelId="{5F5B91FD-935F-4F1A-AFD1-DDE222DC1578}" type="presParOf" srcId="{3D1E62EF-5D37-4C16-868D-56749BA98019}" destId="{35DCFFB2-40B3-4FDD-874A-95F1D9CB0287}" srcOrd="1" destOrd="0" presId="urn:microsoft.com/office/officeart/2005/8/layout/hierarchy1"/>
    <dgm:cxn modelId="{4E9BF458-1881-4BD9-9485-66D5EEA83260}" type="presParOf" srcId="{FEEF8A4D-7C0D-4516-B03C-4158E8004D97}" destId="{27308A3C-7036-4F58-8531-94E6D5A2E853}" srcOrd="1" destOrd="0" presId="urn:microsoft.com/office/officeart/2005/8/layout/hierarchy1"/>
    <dgm:cxn modelId="{8833E61B-5EAD-458B-B2CE-F7AAF844B026}" type="presParOf" srcId="{58D27ED5-4861-446C-9572-B334CCD79973}" destId="{FA1A6A2D-9519-49C7-AE36-60B86C015D5F}" srcOrd="1" destOrd="0" presId="urn:microsoft.com/office/officeart/2005/8/layout/hierarchy1"/>
    <dgm:cxn modelId="{E5400E8D-5A79-46F4-BBFE-51AACA0F92B2}" type="presParOf" srcId="{FA1A6A2D-9519-49C7-AE36-60B86C015D5F}" destId="{BD64B0C2-C372-44E7-AEA1-58A5F40BA7DD}" srcOrd="0" destOrd="0" presId="urn:microsoft.com/office/officeart/2005/8/layout/hierarchy1"/>
    <dgm:cxn modelId="{B6C50DBE-FB83-4E43-BA03-CAD2CA265DF1}" type="presParOf" srcId="{BD64B0C2-C372-44E7-AEA1-58A5F40BA7DD}" destId="{BDC3D176-67C8-46A0-A87B-87145BDFE181}" srcOrd="0" destOrd="0" presId="urn:microsoft.com/office/officeart/2005/8/layout/hierarchy1"/>
    <dgm:cxn modelId="{42490425-A522-4BAF-921B-E17A5CA8BF6A}" type="presParOf" srcId="{BD64B0C2-C372-44E7-AEA1-58A5F40BA7DD}" destId="{82623845-2C4C-4725-90F6-2293E603D8C8}" srcOrd="1" destOrd="0" presId="urn:microsoft.com/office/officeart/2005/8/layout/hierarchy1"/>
    <dgm:cxn modelId="{03A96D13-D859-4CBC-9D40-37B87130E399}" type="presParOf" srcId="{FA1A6A2D-9519-49C7-AE36-60B86C015D5F}" destId="{EE006385-757F-4766-887B-009124D78475}" srcOrd="1" destOrd="0" presId="urn:microsoft.com/office/officeart/2005/8/layout/hierarchy1"/>
    <dgm:cxn modelId="{4C3F8E0B-7494-40F0-BA6E-5965186ACFBC}" type="presParOf" srcId="{58D27ED5-4861-446C-9572-B334CCD79973}" destId="{BC6F31DF-5787-4A93-8378-6029F3227308}" srcOrd="2" destOrd="0" presId="urn:microsoft.com/office/officeart/2005/8/layout/hierarchy1"/>
    <dgm:cxn modelId="{F30DE2F5-CE3C-4CA4-BCEC-04446683D13F}" type="presParOf" srcId="{BC6F31DF-5787-4A93-8378-6029F3227308}" destId="{2B43FE77-4284-47E4-A9DC-B6A696E09610}" srcOrd="0" destOrd="0" presId="urn:microsoft.com/office/officeart/2005/8/layout/hierarchy1"/>
    <dgm:cxn modelId="{733B4DAC-B079-4FBC-93FE-901A2A82E32D}" type="presParOf" srcId="{2B43FE77-4284-47E4-A9DC-B6A696E09610}" destId="{1DFA1198-B4BD-4222-9224-F474CA382AD5}" srcOrd="0" destOrd="0" presId="urn:microsoft.com/office/officeart/2005/8/layout/hierarchy1"/>
    <dgm:cxn modelId="{FBC84C3E-3321-487A-B52C-0F234F3E6460}" type="presParOf" srcId="{2B43FE77-4284-47E4-A9DC-B6A696E09610}" destId="{97429404-F519-4AEF-9BBE-CBA969122B6A}" srcOrd="1" destOrd="0" presId="urn:microsoft.com/office/officeart/2005/8/layout/hierarchy1"/>
    <dgm:cxn modelId="{A38F5E76-D2EB-4F1C-9F6D-5DC0C6AE00AA}" type="presParOf" srcId="{BC6F31DF-5787-4A93-8378-6029F3227308}" destId="{1387D3BE-00E1-4E26-BA49-BD75C5D5DB2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1141013-DC75-4233-9336-D6811753B61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10A5364-4CCE-4621-A565-C66553C1666C}">
      <dgm:prSet/>
      <dgm:spPr/>
      <dgm:t>
        <a:bodyPr/>
        <a:lstStyle/>
        <a:p>
          <a:r>
            <a:rPr lang="cs-CZ" b="1"/>
            <a:t>Spojovaný přenos</a:t>
          </a:r>
          <a:r>
            <a:rPr lang="cs-CZ"/>
            <a:t>: Před přenosem dat se vytvoří spojení (např. TCP/IP).</a:t>
          </a:r>
          <a:endParaRPr lang="en-US"/>
        </a:p>
      </dgm:t>
    </dgm:pt>
    <dgm:pt modelId="{85B92938-2018-4075-97C7-CF215E9CD1E7}" type="parTrans" cxnId="{192972CE-A04A-4E6D-BFCC-680DF4CEF894}">
      <dgm:prSet/>
      <dgm:spPr/>
      <dgm:t>
        <a:bodyPr/>
        <a:lstStyle/>
        <a:p>
          <a:endParaRPr lang="en-US"/>
        </a:p>
      </dgm:t>
    </dgm:pt>
    <dgm:pt modelId="{DCFCBA1C-A1A5-40B9-9F96-1FD048CA20F8}" type="sibTrans" cxnId="{192972CE-A04A-4E6D-BFCC-680DF4CEF894}">
      <dgm:prSet/>
      <dgm:spPr/>
      <dgm:t>
        <a:bodyPr/>
        <a:lstStyle/>
        <a:p>
          <a:endParaRPr lang="en-US"/>
        </a:p>
      </dgm:t>
    </dgm:pt>
    <dgm:pt modelId="{DDAB299B-FA49-41E0-A2AE-CCF504F6581E}">
      <dgm:prSet/>
      <dgm:spPr/>
      <dgm:t>
        <a:bodyPr/>
        <a:lstStyle/>
        <a:p>
          <a:r>
            <a:rPr lang="cs-CZ" b="1"/>
            <a:t>Nespojovaný přenos</a:t>
          </a:r>
          <a:r>
            <a:rPr lang="cs-CZ"/>
            <a:t>: Data se posílají bez vytvoření předchozího spojení (např. UDP).</a:t>
          </a:r>
          <a:endParaRPr lang="en-US"/>
        </a:p>
      </dgm:t>
    </dgm:pt>
    <dgm:pt modelId="{2107B494-DD15-4106-9131-6A001C7DD003}" type="parTrans" cxnId="{8ADE7BE8-5200-41B7-8A6E-BB828C8320C0}">
      <dgm:prSet/>
      <dgm:spPr/>
      <dgm:t>
        <a:bodyPr/>
        <a:lstStyle/>
        <a:p>
          <a:endParaRPr lang="en-US"/>
        </a:p>
      </dgm:t>
    </dgm:pt>
    <dgm:pt modelId="{09DCE374-00AF-49A9-A67C-7DD6FA9D21C6}" type="sibTrans" cxnId="{8ADE7BE8-5200-41B7-8A6E-BB828C8320C0}">
      <dgm:prSet/>
      <dgm:spPr/>
      <dgm:t>
        <a:bodyPr/>
        <a:lstStyle/>
        <a:p>
          <a:endParaRPr lang="en-US"/>
        </a:p>
      </dgm:t>
    </dgm:pt>
    <dgm:pt modelId="{558F0395-0308-42B8-B1B8-86E5EEFD546F}" type="pres">
      <dgm:prSet presAssocID="{51141013-DC75-4233-9336-D6811753B613}" presName="linear" presStyleCnt="0">
        <dgm:presLayoutVars>
          <dgm:animLvl val="lvl"/>
          <dgm:resizeHandles val="exact"/>
        </dgm:presLayoutVars>
      </dgm:prSet>
      <dgm:spPr/>
    </dgm:pt>
    <dgm:pt modelId="{D0BEF9E9-6872-4EFA-9459-EBCED6461958}" type="pres">
      <dgm:prSet presAssocID="{F10A5364-4CCE-4621-A565-C66553C1666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5B2ED37-279D-4E4D-82BC-70E74C34E491}" type="pres">
      <dgm:prSet presAssocID="{DCFCBA1C-A1A5-40B9-9F96-1FD048CA20F8}" presName="spacer" presStyleCnt="0"/>
      <dgm:spPr/>
    </dgm:pt>
    <dgm:pt modelId="{AE062205-B6FD-42F6-87F7-7BC94F6532AA}" type="pres">
      <dgm:prSet presAssocID="{DDAB299B-FA49-41E0-A2AE-CCF504F6581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6E9AE49-D5D7-452C-9CFF-488B7E96E360}" type="presOf" srcId="{DDAB299B-FA49-41E0-A2AE-CCF504F6581E}" destId="{AE062205-B6FD-42F6-87F7-7BC94F6532AA}" srcOrd="0" destOrd="0" presId="urn:microsoft.com/office/officeart/2005/8/layout/vList2"/>
    <dgm:cxn modelId="{7B018DBE-EA98-40BD-A0F9-18DF35CC2E65}" type="presOf" srcId="{51141013-DC75-4233-9336-D6811753B613}" destId="{558F0395-0308-42B8-B1B8-86E5EEFD546F}" srcOrd="0" destOrd="0" presId="urn:microsoft.com/office/officeart/2005/8/layout/vList2"/>
    <dgm:cxn modelId="{192972CE-A04A-4E6D-BFCC-680DF4CEF894}" srcId="{51141013-DC75-4233-9336-D6811753B613}" destId="{F10A5364-4CCE-4621-A565-C66553C1666C}" srcOrd="0" destOrd="0" parTransId="{85B92938-2018-4075-97C7-CF215E9CD1E7}" sibTransId="{DCFCBA1C-A1A5-40B9-9F96-1FD048CA20F8}"/>
    <dgm:cxn modelId="{EB362DD9-90EA-430C-8563-01C98F23C9AC}" type="presOf" srcId="{F10A5364-4CCE-4621-A565-C66553C1666C}" destId="{D0BEF9E9-6872-4EFA-9459-EBCED6461958}" srcOrd="0" destOrd="0" presId="urn:microsoft.com/office/officeart/2005/8/layout/vList2"/>
    <dgm:cxn modelId="{8ADE7BE8-5200-41B7-8A6E-BB828C8320C0}" srcId="{51141013-DC75-4233-9336-D6811753B613}" destId="{DDAB299B-FA49-41E0-A2AE-CCF504F6581E}" srcOrd="1" destOrd="0" parTransId="{2107B494-DD15-4106-9131-6A001C7DD003}" sibTransId="{09DCE374-00AF-49A9-A67C-7DD6FA9D21C6}"/>
    <dgm:cxn modelId="{08C2DBBD-7D1B-43A3-A391-5984CF1C2E5A}" type="presParOf" srcId="{558F0395-0308-42B8-B1B8-86E5EEFD546F}" destId="{D0BEF9E9-6872-4EFA-9459-EBCED6461958}" srcOrd="0" destOrd="0" presId="urn:microsoft.com/office/officeart/2005/8/layout/vList2"/>
    <dgm:cxn modelId="{0090C212-C29F-4E61-9400-CEFB42B1088E}" type="presParOf" srcId="{558F0395-0308-42B8-B1B8-86E5EEFD546F}" destId="{D5B2ED37-279D-4E4D-82BC-70E74C34E491}" srcOrd="1" destOrd="0" presId="urn:microsoft.com/office/officeart/2005/8/layout/vList2"/>
    <dgm:cxn modelId="{B1157ED2-6939-4AB9-844D-22E99AF2E45D}" type="presParOf" srcId="{558F0395-0308-42B8-B1B8-86E5EEFD546F}" destId="{AE062205-B6FD-42F6-87F7-7BC94F6532A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7CCCF1-635C-4795-8473-48DEDA1C82A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2513B80-3B14-4788-91FA-F06A52C9799E}">
      <dgm:prSet/>
      <dgm:spPr/>
      <dgm:t>
        <a:bodyPr/>
        <a:lstStyle/>
        <a:p>
          <a:r>
            <a:rPr lang="cs-CZ" b="1"/>
            <a:t>Modulace</a:t>
          </a:r>
          <a:r>
            <a:rPr lang="cs-CZ"/>
            <a:t>: Proces, kterým se signál upravuje pro přenos. Umožňuje přenos dat přes různé médium.</a:t>
          </a:r>
          <a:endParaRPr lang="en-US"/>
        </a:p>
      </dgm:t>
    </dgm:pt>
    <dgm:pt modelId="{183A55BD-D832-4449-B192-8D0D6C3773FA}" type="parTrans" cxnId="{458DD599-3E5B-4068-B0E3-9CAFF28C161F}">
      <dgm:prSet/>
      <dgm:spPr/>
      <dgm:t>
        <a:bodyPr/>
        <a:lstStyle/>
        <a:p>
          <a:endParaRPr lang="en-US"/>
        </a:p>
      </dgm:t>
    </dgm:pt>
    <dgm:pt modelId="{AF94647E-CF2B-4748-9DEE-6D007E7391F9}" type="sibTrans" cxnId="{458DD599-3E5B-4068-B0E3-9CAFF28C161F}">
      <dgm:prSet/>
      <dgm:spPr/>
      <dgm:t>
        <a:bodyPr/>
        <a:lstStyle/>
        <a:p>
          <a:endParaRPr lang="en-US"/>
        </a:p>
      </dgm:t>
    </dgm:pt>
    <dgm:pt modelId="{3FB59D02-6FA8-4856-BAF6-36EBC6FDF830}">
      <dgm:prSet/>
      <dgm:spPr/>
      <dgm:t>
        <a:bodyPr/>
        <a:lstStyle/>
        <a:p>
          <a:r>
            <a:rPr lang="cs-CZ" b="1"/>
            <a:t>Amplitude Modulation (AM)</a:t>
          </a:r>
          <a:r>
            <a:rPr lang="cs-CZ"/>
            <a:t>: Mění se amplituda nosného signálu.</a:t>
          </a:r>
          <a:endParaRPr lang="en-US"/>
        </a:p>
      </dgm:t>
    </dgm:pt>
    <dgm:pt modelId="{F845FC1D-8FB6-4F19-B05A-503ABF7216AE}" type="parTrans" cxnId="{4773DFCC-07B0-43C5-8108-5E67B9AD3278}">
      <dgm:prSet/>
      <dgm:spPr/>
      <dgm:t>
        <a:bodyPr/>
        <a:lstStyle/>
        <a:p>
          <a:endParaRPr lang="en-US"/>
        </a:p>
      </dgm:t>
    </dgm:pt>
    <dgm:pt modelId="{F97E5B1C-A486-41B3-9814-142BAFE9013E}" type="sibTrans" cxnId="{4773DFCC-07B0-43C5-8108-5E67B9AD3278}">
      <dgm:prSet/>
      <dgm:spPr/>
      <dgm:t>
        <a:bodyPr/>
        <a:lstStyle/>
        <a:p>
          <a:endParaRPr lang="en-US"/>
        </a:p>
      </dgm:t>
    </dgm:pt>
    <dgm:pt modelId="{6694E4C7-98EF-4C36-B37B-3524B9CF27F9}">
      <dgm:prSet/>
      <dgm:spPr/>
      <dgm:t>
        <a:bodyPr/>
        <a:lstStyle/>
        <a:p>
          <a:r>
            <a:rPr lang="cs-CZ" b="1"/>
            <a:t>Frequency Modulation (FM)</a:t>
          </a:r>
          <a:r>
            <a:rPr lang="cs-CZ"/>
            <a:t>: Mění se frekvence nosného signálu.</a:t>
          </a:r>
          <a:endParaRPr lang="en-US"/>
        </a:p>
      </dgm:t>
    </dgm:pt>
    <dgm:pt modelId="{22A2381A-1A36-48E6-B1FB-E9B898A7C8D6}" type="parTrans" cxnId="{1DC21CCD-1A72-4F53-B772-03758FE3D2DB}">
      <dgm:prSet/>
      <dgm:spPr/>
      <dgm:t>
        <a:bodyPr/>
        <a:lstStyle/>
        <a:p>
          <a:endParaRPr lang="en-US"/>
        </a:p>
      </dgm:t>
    </dgm:pt>
    <dgm:pt modelId="{E9CBFB9A-B6AE-4AE4-9E3A-B37E50C5D739}" type="sibTrans" cxnId="{1DC21CCD-1A72-4F53-B772-03758FE3D2DB}">
      <dgm:prSet/>
      <dgm:spPr/>
      <dgm:t>
        <a:bodyPr/>
        <a:lstStyle/>
        <a:p>
          <a:endParaRPr lang="en-US"/>
        </a:p>
      </dgm:t>
    </dgm:pt>
    <dgm:pt modelId="{0FE068B7-8C73-4CCB-A9AF-6E75A6F8FF90}">
      <dgm:prSet/>
      <dgm:spPr/>
      <dgm:t>
        <a:bodyPr/>
        <a:lstStyle/>
        <a:p>
          <a:r>
            <a:rPr lang="cs-CZ" b="1" err="1"/>
            <a:t>Phase</a:t>
          </a:r>
          <a:r>
            <a:rPr lang="cs-CZ" b="1"/>
            <a:t> </a:t>
          </a:r>
          <a:r>
            <a:rPr lang="cs-CZ" b="1" err="1"/>
            <a:t>Modulation</a:t>
          </a:r>
          <a:r>
            <a:rPr lang="cs-CZ" b="1"/>
            <a:t> (PM)</a:t>
          </a:r>
          <a:r>
            <a:rPr lang="cs-CZ"/>
            <a:t>: Mění se fáze nosného signálu.</a:t>
          </a:r>
          <a:endParaRPr lang="en-US"/>
        </a:p>
      </dgm:t>
    </dgm:pt>
    <dgm:pt modelId="{30710A9F-7EFC-4F64-99A4-4CEC75B37A93}" type="parTrans" cxnId="{7818DC72-D597-4961-B321-B7F32E125F1A}">
      <dgm:prSet/>
      <dgm:spPr/>
      <dgm:t>
        <a:bodyPr/>
        <a:lstStyle/>
        <a:p>
          <a:endParaRPr lang="en-US"/>
        </a:p>
      </dgm:t>
    </dgm:pt>
    <dgm:pt modelId="{AD513939-E92F-48DC-AE2A-317D32DE9DB9}" type="sibTrans" cxnId="{7818DC72-D597-4961-B321-B7F32E125F1A}">
      <dgm:prSet/>
      <dgm:spPr/>
      <dgm:t>
        <a:bodyPr/>
        <a:lstStyle/>
        <a:p>
          <a:endParaRPr lang="en-US"/>
        </a:p>
      </dgm:t>
    </dgm:pt>
    <dgm:pt modelId="{27D5E378-7817-4E7C-960F-AC93FEA386D3}" type="pres">
      <dgm:prSet presAssocID="{EC7CCCF1-635C-4795-8473-48DEDA1C82AB}" presName="linear" presStyleCnt="0">
        <dgm:presLayoutVars>
          <dgm:animLvl val="lvl"/>
          <dgm:resizeHandles val="exact"/>
        </dgm:presLayoutVars>
      </dgm:prSet>
      <dgm:spPr/>
    </dgm:pt>
    <dgm:pt modelId="{07C580AE-4829-40EC-A3B0-718DD90E6F0B}" type="pres">
      <dgm:prSet presAssocID="{32513B80-3B14-4788-91FA-F06A52C9799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C4C6F38-F190-4E29-A85F-98E186E67362}" type="pres">
      <dgm:prSet presAssocID="{AF94647E-CF2B-4748-9DEE-6D007E7391F9}" presName="spacer" presStyleCnt="0"/>
      <dgm:spPr/>
    </dgm:pt>
    <dgm:pt modelId="{E6B588CE-AD4A-4C7F-923D-163E3B396A99}" type="pres">
      <dgm:prSet presAssocID="{3FB59D02-6FA8-4856-BAF6-36EBC6FDF83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21326C3-A48E-4831-851A-0D366E68B39A}" type="pres">
      <dgm:prSet presAssocID="{F97E5B1C-A486-41B3-9814-142BAFE9013E}" presName="spacer" presStyleCnt="0"/>
      <dgm:spPr/>
    </dgm:pt>
    <dgm:pt modelId="{C4F8F06A-975E-419C-B245-2C2506E929D8}" type="pres">
      <dgm:prSet presAssocID="{6694E4C7-98EF-4C36-B37B-3524B9CF27F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17A5A31-D8C4-4341-A84B-1747A991503C}" type="pres">
      <dgm:prSet presAssocID="{E9CBFB9A-B6AE-4AE4-9E3A-B37E50C5D739}" presName="spacer" presStyleCnt="0"/>
      <dgm:spPr/>
    </dgm:pt>
    <dgm:pt modelId="{7F86F919-8E39-4C4B-A4C2-B661FB325FFB}" type="pres">
      <dgm:prSet presAssocID="{0FE068B7-8C73-4CCB-A9AF-6E75A6F8FF9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01F7D13-11F4-452F-A973-00F988373675}" type="presOf" srcId="{6694E4C7-98EF-4C36-B37B-3524B9CF27F9}" destId="{C4F8F06A-975E-419C-B245-2C2506E929D8}" srcOrd="0" destOrd="0" presId="urn:microsoft.com/office/officeart/2005/8/layout/vList2"/>
    <dgm:cxn modelId="{42CCFA15-EE53-411E-BA9A-D0B7CE3C77BA}" type="presOf" srcId="{EC7CCCF1-635C-4795-8473-48DEDA1C82AB}" destId="{27D5E378-7817-4E7C-960F-AC93FEA386D3}" srcOrd="0" destOrd="0" presId="urn:microsoft.com/office/officeart/2005/8/layout/vList2"/>
    <dgm:cxn modelId="{7818DC72-D597-4961-B321-B7F32E125F1A}" srcId="{EC7CCCF1-635C-4795-8473-48DEDA1C82AB}" destId="{0FE068B7-8C73-4CCB-A9AF-6E75A6F8FF90}" srcOrd="3" destOrd="0" parTransId="{30710A9F-7EFC-4F64-99A4-4CEC75B37A93}" sibTransId="{AD513939-E92F-48DC-AE2A-317D32DE9DB9}"/>
    <dgm:cxn modelId="{D8FDCE7B-4243-4C0A-9559-D14526DEFAF7}" type="presOf" srcId="{0FE068B7-8C73-4CCB-A9AF-6E75A6F8FF90}" destId="{7F86F919-8E39-4C4B-A4C2-B661FB325FFB}" srcOrd="0" destOrd="0" presId="urn:microsoft.com/office/officeart/2005/8/layout/vList2"/>
    <dgm:cxn modelId="{51D43183-C7D8-4CFE-8137-5AA6D942733B}" type="presOf" srcId="{3FB59D02-6FA8-4856-BAF6-36EBC6FDF830}" destId="{E6B588CE-AD4A-4C7F-923D-163E3B396A99}" srcOrd="0" destOrd="0" presId="urn:microsoft.com/office/officeart/2005/8/layout/vList2"/>
    <dgm:cxn modelId="{458DD599-3E5B-4068-B0E3-9CAFF28C161F}" srcId="{EC7CCCF1-635C-4795-8473-48DEDA1C82AB}" destId="{32513B80-3B14-4788-91FA-F06A52C9799E}" srcOrd="0" destOrd="0" parTransId="{183A55BD-D832-4449-B192-8D0D6C3773FA}" sibTransId="{AF94647E-CF2B-4748-9DEE-6D007E7391F9}"/>
    <dgm:cxn modelId="{AAE2B6BF-BB97-41C0-A882-5CCEDCAC5E65}" type="presOf" srcId="{32513B80-3B14-4788-91FA-F06A52C9799E}" destId="{07C580AE-4829-40EC-A3B0-718DD90E6F0B}" srcOrd="0" destOrd="0" presId="urn:microsoft.com/office/officeart/2005/8/layout/vList2"/>
    <dgm:cxn modelId="{4773DFCC-07B0-43C5-8108-5E67B9AD3278}" srcId="{EC7CCCF1-635C-4795-8473-48DEDA1C82AB}" destId="{3FB59D02-6FA8-4856-BAF6-36EBC6FDF830}" srcOrd="1" destOrd="0" parTransId="{F845FC1D-8FB6-4F19-B05A-503ABF7216AE}" sibTransId="{F97E5B1C-A486-41B3-9814-142BAFE9013E}"/>
    <dgm:cxn modelId="{1DC21CCD-1A72-4F53-B772-03758FE3D2DB}" srcId="{EC7CCCF1-635C-4795-8473-48DEDA1C82AB}" destId="{6694E4C7-98EF-4C36-B37B-3524B9CF27F9}" srcOrd="2" destOrd="0" parTransId="{22A2381A-1A36-48E6-B1FB-E9B898A7C8D6}" sibTransId="{E9CBFB9A-B6AE-4AE4-9E3A-B37E50C5D739}"/>
    <dgm:cxn modelId="{75BC8962-9740-46B0-B652-8EA015056B94}" type="presParOf" srcId="{27D5E378-7817-4E7C-960F-AC93FEA386D3}" destId="{07C580AE-4829-40EC-A3B0-718DD90E6F0B}" srcOrd="0" destOrd="0" presId="urn:microsoft.com/office/officeart/2005/8/layout/vList2"/>
    <dgm:cxn modelId="{A26D3A4C-1900-4D80-9955-1AE9242E1DCB}" type="presParOf" srcId="{27D5E378-7817-4E7C-960F-AC93FEA386D3}" destId="{4C4C6F38-F190-4E29-A85F-98E186E67362}" srcOrd="1" destOrd="0" presId="urn:microsoft.com/office/officeart/2005/8/layout/vList2"/>
    <dgm:cxn modelId="{BB2A3E4E-C0AB-4A36-8BC1-13029ED35DD6}" type="presParOf" srcId="{27D5E378-7817-4E7C-960F-AC93FEA386D3}" destId="{E6B588CE-AD4A-4C7F-923D-163E3B396A99}" srcOrd="2" destOrd="0" presId="urn:microsoft.com/office/officeart/2005/8/layout/vList2"/>
    <dgm:cxn modelId="{D0338783-EB5F-4411-B3E8-76DDC2594070}" type="presParOf" srcId="{27D5E378-7817-4E7C-960F-AC93FEA386D3}" destId="{A21326C3-A48E-4831-851A-0D366E68B39A}" srcOrd="3" destOrd="0" presId="urn:microsoft.com/office/officeart/2005/8/layout/vList2"/>
    <dgm:cxn modelId="{C3532E0B-4D45-46EF-A950-D9F5258BC7F9}" type="presParOf" srcId="{27D5E378-7817-4E7C-960F-AC93FEA386D3}" destId="{C4F8F06A-975E-419C-B245-2C2506E929D8}" srcOrd="4" destOrd="0" presId="urn:microsoft.com/office/officeart/2005/8/layout/vList2"/>
    <dgm:cxn modelId="{5EC37FFD-738D-49AD-B13D-D8BD2201BD89}" type="presParOf" srcId="{27D5E378-7817-4E7C-960F-AC93FEA386D3}" destId="{217A5A31-D8C4-4341-A84B-1747A991503C}" srcOrd="5" destOrd="0" presId="urn:microsoft.com/office/officeart/2005/8/layout/vList2"/>
    <dgm:cxn modelId="{5619D86E-AB52-48AF-822E-CE2A4C59631E}" type="presParOf" srcId="{27D5E378-7817-4E7C-960F-AC93FEA386D3}" destId="{7F86F919-8E39-4C4B-A4C2-B661FB325FF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7F8980B-9BE2-4462-B77F-095F53C6225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36C7BF3-1ED4-4699-A535-767805FFD9F3}">
      <dgm:prSet/>
      <dgm:spPr/>
      <dgm:t>
        <a:bodyPr/>
        <a:lstStyle/>
        <a:p>
          <a:r>
            <a:rPr lang="cs-CZ" b="1"/>
            <a:t>Spolehlivost přenosu</a:t>
          </a:r>
          <a:r>
            <a:rPr lang="cs-CZ"/>
            <a:t>: Zajištění správného doručení dat.</a:t>
          </a:r>
          <a:endParaRPr lang="en-US"/>
        </a:p>
      </dgm:t>
    </dgm:pt>
    <dgm:pt modelId="{FC7D5FA4-CC49-4AE5-AF13-C98A0B2DB406}" type="parTrans" cxnId="{650E7B2D-FF9B-45BE-B1EE-086C887C6031}">
      <dgm:prSet/>
      <dgm:spPr/>
      <dgm:t>
        <a:bodyPr/>
        <a:lstStyle/>
        <a:p>
          <a:endParaRPr lang="en-US"/>
        </a:p>
      </dgm:t>
    </dgm:pt>
    <dgm:pt modelId="{00A9EE31-96B8-4370-8895-8F0C60548CEB}" type="sibTrans" cxnId="{650E7B2D-FF9B-45BE-B1EE-086C887C6031}">
      <dgm:prSet/>
      <dgm:spPr/>
      <dgm:t>
        <a:bodyPr/>
        <a:lstStyle/>
        <a:p>
          <a:endParaRPr lang="en-US"/>
        </a:p>
      </dgm:t>
    </dgm:pt>
    <dgm:pt modelId="{17EE4C07-9253-4FD0-AAAC-E75D31FA03CE}">
      <dgm:prSet/>
      <dgm:spPr/>
      <dgm:t>
        <a:bodyPr/>
        <a:lstStyle/>
        <a:p>
          <a:r>
            <a:rPr lang="cs-CZ" b="1"/>
            <a:t>Detekce chyb</a:t>
          </a:r>
          <a:r>
            <a:rPr lang="cs-CZ"/>
            <a:t>: Mechanismus k odhalení chyb, např. </a:t>
          </a:r>
          <a:r>
            <a:rPr lang="cs-CZ" b="1"/>
            <a:t>kontrolní součet</a:t>
          </a:r>
          <a:r>
            <a:rPr lang="cs-CZ"/>
            <a:t>, </a:t>
          </a:r>
          <a:r>
            <a:rPr lang="cs-CZ" b="1"/>
            <a:t>CRC</a:t>
          </a:r>
          <a:r>
            <a:rPr lang="cs-CZ"/>
            <a:t> (cyklický redundantní součet).</a:t>
          </a:r>
          <a:endParaRPr lang="en-US"/>
        </a:p>
      </dgm:t>
    </dgm:pt>
    <dgm:pt modelId="{0F97AD80-F989-4952-B76F-C39A53727C6A}" type="parTrans" cxnId="{04DB4684-4180-406A-80D6-F641414C1E68}">
      <dgm:prSet/>
      <dgm:spPr/>
      <dgm:t>
        <a:bodyPr/>
        <a:lstStyle/>
        <a:p>
          <a:endParaRPr lang="en-US"/>
        </a:p>
      </dgm:t>
    </dgm:pt>
    <dgm:pt modelId="{665E098E-B67F-4536-BF49-5C5DA7E98091}" type="sibTrans" cxnId="{04DB4684-4180-406A-80D6-F641414C1E68}">
      <dgm:prSet/>
      <dgm:spPr/>
      <dgm:t>
        <a:bodyPr/>
        <a:lstStyle/>
        <a:p>
          <a:endParaRPr lang="en-US"/>
        </a:p>
      </dgm:t>
    </dgm:pt>
    <dgm:pt modelId="{DC629148-6DBB-498E-8CDB-26FDF430D07E}" type="pres">
      <dgm:prSet presAssocID="{A7F8980B-9BE2-4462-B77F-095F53C62257}" presName="root" presStyleCnt="0">
        <dgm:presLayoutVars>
          <dgm:dir/>
          <dgm:resizeHandles val="exact"/>
        </dgm:presLayoutVars>
      </dgm:prSet>
      <dgm:spPr/>
    </dgm:pt>
    <dgm:pt modelId="{B298D1DE-C457-401C-98D7-0599456C1BCA}" type="pres">
      <dgm:prSet presAssocID="{636C7BF3-1ED4-4699-A535-767805FFD9F3}" presName="compNode" presStyleCnt="0"/>
      <dgm:spPr/>
    </dgm:pt>
    <dgm:pt modelId="{67E887CC-8AB4-4576-9F3B-08DC41365E39}" type="pres">
      <dgm:prSet presAssocID="{636C7BF3-1ED4-4699-A535-767805FFD9F3}" presName="bgRect" presStyleLbl="bgShp" presStyleIdx="0" presStyleCnt="2"/>
      <dgm:spPr/>
    </dgm:pt>
    <dgm:pt modelId="{4B991EFB-BC0D-47B2-A766-EF803653DA8E}" type="pres">
      <dgm:prSet presAssocID="{636C7BF3-1ED4-4699-A535-767805FFD9F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řesení rukou"/>
        </a:ext>
      </dgm:extLst>
    </dgm:pt>
    <dgm:pt modelId="{BBBA9101-13DB-4673-85AD-2E11FD49AE1A}" type="pres">
      <dgm:prSet presAssocID="{636C7BF3-1ED4-4699-A535-767805FFD9F3}" presName="spaceRect" presStyleCnt="0"/>
      <dgm:spPr/>
    </dgm:pt>
    <dgm:pt modelId="{513BAFC1-5B34-44F7-81B6-997D6D1731AD}" type="pres">
      <dgm:prSet presAssocID="{636C7BF3-1ED4-4699-A535-767805FFD9F3}" presName="parTx" presStyleLbl="revTx" presStyleIdx="0" presStyleCnt="2">
        <dgm:presLayoutVars>
          <dgm:chMax val="0"/>
          <dgm:chPref val="0"/>
        </dgm:presLayoutVars>
      </dgm:prSet>
      <dgm:spPr/>
    </dgm:pt>
    <dgm:pt modelId="{EB772FE5-AEE8-42B6-9ECB-5EA316BA4F69}" type="pres">
      <dgm:prSet presAssocID="{00A9EE31-96B8-4370-8895-8F0C60548CEB}" presName="sibTrans" presStyleCnt="0"/>
      <dgm:spPr/>
    </dgm:pt>
    <dgm:pt modelId="{56D91EC4-0A29-4ABA-9A53-7E6E654D97FC}" type="pres">
      <dgm:prSet presAssocID="{17EE4C07-9253-4FD0-AAAC-E75D31FA03CE}" presName="compNode" presStyleCnt="0"/>
      <dgm:spPr/>
    </dgm:pt>
    <dgm:pt modelId="{DD20FEBD-8D09-4C99-8724-2409A8C61CBC}" type="pres">
      <dgm:prSet presAssocID="{17EE4C07-9253-4FD0-AAAC-E75D31FA03CE}" presName="bgRect" presStyleLbl="bgShp" presStyleIdx="1" presStyleCnt="2"/>
      <dgm:spPr/>
    </dgm:pt>
    <dgm:pt modelId="{101C07D0-6E96-4225-8218-4E5A13A3E524}" type="pres">
      <dgm:prSet presAssocID="{17EE4C07-9253-4FD0-AAAC-E75D31FA03C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37FBD14E-AB00-4A61-96AC-EEDDD06000F8}" type="pres">
      <dgm:prSet presAssocID="{17EE4C07-9253-4FD0-AAAC-E75D31FA03CE}" presName="spaceRect" presStyleCnt="0"/>
      <dgm:spPr/>
    </dgm:pt>
    <dgm:pt modelId="{F13D7FED-C026-4E54-AE3E-362C8036AF8B}" type="pres">
      <dgm:prSet presAssocID="{17EE4C07-9253-4FD0-AAAC-E75D31FA03C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50E7B2D-FF9B-45BE-B1EE-086C887C6031}" srcId="{A7F8980B-9BE2-4462-B77F-095F53C62257}" destId="{636C7BF3-1ED4-4699-A535-767805FFD9F3}" srcOrd="0" destOrd="0" parTransId="{FC7D5FA4-CC49-4AE5-AF13-C98A0B2DB406}" sibTransId="{00A9EE31-96B8-4370-8895-8F0C60548CEB}"/>
    <dgm:cxn modelId="{E6B11066-B5CC-41D6-AF69-01AFEE6993DB}" type="presOf" srcId="{17EE4C07-9253-4FD0-AAAC-E75D31FA03CE}" destId="{F13D7FED-C026-4E54-AE3E-362C8036AF8B}" srcOrd="0" destOrd="0" presId="urn:microsoft.com/office/officeart/2018/2/layout/IconVerticalSolidList"/>
    <dgm:cxn modelId="{93B0C058-D8FC-4072-A7AD-EB93AE17FAA9}" type="presOf" srcId="{636C7BF3-1ED4-4699-A535-767805FFD9F3}" destId="{513BAFC1-5B34-44F7-81B6-997D6D1731AD}" srcOrd="0" destOrd="0" presId="urn:microsoft.com/office/officeart/2018/2/layout/IconVerticalSolidList"/>
    <dgm:cxn modelId="{04DB4684-4180-406A-80D6-F641414C1E68}" srcId="{A7F8980B-9BE2-4462-B77F-095F53C62257}" destId="{17EE4C07-9253-4FD0-AAAC-E75D31FA03CE}" srcOrd="1" destOrd="0" parTransId="{0F97AD80-F989-4952-B76F-C39A53727C6A}" sibTransId="{665E098E-B67F-4536-BF49-5C5DA7E98091}"/>
    <dgm:cxn modelId="{77C6E2A2-4ADC-4BA6-BE06-196D66EFFEFE}" type="presOf" srcId="{A7F8980B-9BE2-4462-B77F-095F53C62257}" destId="{DC629148-6DBB-498E-8CDB-26FDF430D07E}" srcOrd="0" destOrd="0" presId="urn:microsoft.com/office/officeart/2018/2/layout/IconVerticalSolidList"/>
    <dgm:cxn modelId="{61F4BECE-6FF1-4BCF-969B-AEBCBE2BC9BA}" type="presParOf" srcId="{DC629148-6DBB-498E-8CDB-26FDF430D07E}" destId="{B298D1DE-C457-401C-98D7-0599456C1BCA}" srcOrd="0" destOrd="0" presId="urn:microsoft.com/office/officeart/2018/2/layout/IconVerticalSolidList"/>
    <dgm:cxn modelId="{0B61F911-1E7B-493D-B4D9-41E752A42E24}" type="presParOf" srcId="{B298D1DE-C457-401C-98D7-0599456C1BCA}" destId="{67E887CC-8AB4-4576-9F3B-08DC41365E39}" srcOrd="0" destOrd="0" presId="urn:microsoft.com/office/officeart/2018/2/layout/IconVerticalSolidList"/>
    <dgm:cxn modelId="{7FE971C8-0F16-4E18-BF3B-695B860567CD}" type="presParOf" srcId="{B298D1DE-C457-401C-98D7-0599456C1BCA}" destId="{4B991EFB-BC0D-47B2-A766-EF803653DA8E}" srcOrd="1" destOrd="0" presId="urn:microsoft.com/office/officeart/2018/2/layout/IconVerticalSolidList"/>
    <dgm:cxn modelId="{F114651B-99A8-4034-8E9C-D723DED76510}" type="presParOf" srcId="{B298D1DE-C457-401C-98D7-0599456C1BCA}" destId="{BBBA9101-13DB-4673-85AD-2E11FD49AE1A}" srcOrd="2" destOrd="0" presId="urn:microsoft.com/office/officeart/2018/2/layout/IconVerticalSolidList"/>
    <dgm:cxn modelId="{D0534E07-2C12-4914-9BF3-29A21402A22B}" type="presParOf" srcId="{B298D1DE-C457-401C-98D7-0599456C1BCA}" destId="{513BAFC1-5B34-44F7-81B6-997D6D1731AD}" srcOrd="3" destOrd="0" presId="urn:microsoft.com/office/officeart/2018/2/layout/IconVerticalSolidList"/>
    <dgm:cxn modelId="{EEB0CC9A-6DAC-4017-8524-DC1F395A1383}" type="presParOf" srcId="{DC629148-6DBB-498E-8CDB-26FDF430D07E}" destId="{EB772FE5-AEE8-42B6-9ECB-5EA316BA4F69}" srcOrd="1" destOrd="0" presId="urn:microsoft.com/office/officeart/2018/2/layout/IconVerticalSolidList"/>
    <dgm:cxn modelId="{29DE72A1-7EEE-4194-A860-D60FDB16E172}" type="presParOf" srcId="{DC629148-6DBB-498E-8CDB-26FDF430D07E}" destId="{56D91EC4-0A29-4ABA-9A53-7E6E654D97FC}" srcOrd="2" destOrd="0" presId="urn:microsoft.com/office/officeart/2018/2/layout/IconVerticalSolidList"/>
    <dgm:cxn modelId="{7427177E-48AF-4E2E-920F-10236F2CD17A}" type="presParOf" srcId="{56D91EC4-0A29-4ABA-9A53-7E6E654D97FC}" destId="{DD20FEBD-8D09-4C99-8724-2409A8C61CBC}" srcOrd="0" destOrd="0" presId="urn:microsoft.com/office/officeart/2018/2/layout/IconVerticalSolidList"/>
    <dgm:cxn modelId="{1BE517C0-464D-4B79-9E73-F5E1F0500A68}" type="presParOf" srcId="{56D91EC4-0A29-4ABA-9A53-7E6E654D97FC}" destId="{101C07D0-6E96-4225-8218-4E5A13A3E524}" srcOrd="1" destOrd="0" presId="urn:microsoft.com/office/officeart/2018/2/layout/IconVerticalSolidList"/>
    <dgm:cxn modelId="{27F0B810-1805-498B-82E3-70B61F209AAD}" type="presParOf" srcId="{56D91EC4-0A29-4ABA-9A53-7E6E654D97FC}" destId="{37FBD14E-AB00-4A61-96AC-EEDDD06000F8}" srcOrd="2" destOrd="0" presId="urn:microsoft.com/office/officeart/2018/2/layout/IconVerticalSolidList"/>
    <dgm:cxn modelId="{3CDEA6CE-9338-4062-9CF9-AF5E58E824C6}" type="presParOf" srcId="{56D91EC4-0A29-4ABA-9A53-7E6E654D97FC}" destId="{F13D7FED-C026-4E54-AE3E-362C8036AF8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71877A8-0B1B-4A1D-8F7C-8806F0F42B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9CC3462-E597-4278-BF2C-4C2354A33FD8}">
      <dgm:prSet/>
      <dgm:spPr/>
      <dgm:t>
        <a:bodyPr/>
        <a:lstStyle/>
        <a:p>
          <a:r>
            <a:rPr lang="cs-CZ" b="1"/>
            <a:t>Synchronizace</a:t>
          </a:r>
          <a:r>
            <a:rPr lang="cs-CZ"/>
            <a:t>: Zajišťuje, že vysílač a přijímač pracují ve stejném časovém režimu, aby byla data správně interpretována. Používá se při synchronním přenosu.</a:t>
          </a:r>
          <a:endParaRPr lang="en-US"/>
        </a:p>
      </dgm:t>
    </dgm:pt>
    <dgm:pt modelId="{EB3CC8AC-AF23-4B80-A12E-C9741139822E}" type="parTrans" cxnId="{CF528356-0AD2-4554-8BA4-EDF5A2387A5F}">
      <dgm:prSet/>
      <dgm:spPr/>
      <dgm:t>
        <a:bodyPr/>
        <a:lstStyle/>
        <a:p>
          <a:endParaRPr lang="en-US"/>
        </a:p>
      </dgm:t>
    </dgm:pt>
    <dgm:pt modelId="{631B5DE9-32BD-4823-B44D-3467BA8E0D14}" type="sibTrans" cxnId="{CF528356-0AD2-4554-8BA4-EDF5A2387A5F}">
      <dgm:prSet/>
      <dgm:spPr/>
      <dgm:t>
        <a:bodyPr/>
        <a:lstStyle/>
        <a:p>
          <a:endParaRPr lang="en-US"/>
        </a:p>
      </dgm:t>
    </dgm:pt>
    <dgm:pt modelId="{967D4A09-0ECC-4C97-9B8C-EA6DA21DF0B9}">
      <dgm:prSet/>
      <dgm:spPr/>
      <dgm:t>
        <a:bodyPr/>
        <a:lstStyle/>
        <a:p>
          <a:r>
            <a:rPr lang="cs-CZ" b="1"/>
            <a:t>Flow control</a:t>
          </a:r>
          <a:r>
            <a:rPr lang="cs-CZ"/>
            <a:t>: Zajišťuje, že vysílač nezaplaví přijímač příliš velkým množstvím dat, které by nemohl zpracovat (např. TCP využívá mechanismus okna).</a:t>
          </a:r>
          <a:endParaRPr lang="en-US"/>
        </a:p>
      </dgm:t>
    </dgm:pt>
    <dgm:pt modelId="{4C6AFCD3-EA30-4922-9129-15846FA9A4C9}" type="parTrans" cxnId="{B2CB4CD0-FF1A-458B-B6CD-CD03FFF3B63E}">
      <dgm:prSet/>
      <dgm:spPr/>
      <dgm:t>
        <a:bodyPr/>
        <a:lstStyle/>
        <a:p>
          <a:endParaRPr lang="en-US"/>
        </a:p>
      </dgm:t>
    </dgm:pt>
    <dgm:pt modelId="{7FE9E815-B165-4C9F-A5E2-418BF8B93B72}" type="sibTrans" cxnId="{B2CB4CD0-FF1A-458B-B6CD-CD03FFF3B63E}">
      <dgm:prSet/>
      <dgm:spPr/>
      <dgm:t>
        <a:bodyPr/>
        <a:lstStyle/>
        <a:p>
          <a:endParaRPr lang="en-US"/>
        </a:p>
      </dgm:t>
    </dgm:pt>
    <dgm:pt modelId="{65B6A0B1-15C4-4149-85E9-454304922C27}">
      <dgm:prSet/>
      <dgm:spPr/>
      <dgm:t>
        <a:bodyPr/>
        <a:lstStyle/>
        <a:p>
          <a:r>
            <a:rPr lang="cs-CZ" b="1"/>
            <a:t>Multiplexor</a:t>
          </a:r>
          <a:r>
            <a:rPr lang="cs-CZ"/>
            <a:t>: Umožňuje přenos více datových toků po jednom komunikačním kanálu. Zvyšuje efektivitu využití sítě.</a:t>
          </a:r>
          <a:endParaRPr lang="en-US"/>
        </a:p>
      </dgm:t>
    </dgm:pt>
    <dgm:pt modelId="{981EA5D7-9477-46E7-AD56-4A622521F9B8}" type="parTrans" cxnId="{DDE65B30-B044-48A5-88A2-77F1BEE9A789}">
      <dgm:prSet/>
      <dgm:spPr/>
      <dgm:t>
        <a:bodyPr/>
        <a:lstStyle/>
        <a:p>
          <a:endParaRPr lang="en-US"/>
        </a:p>
      </dgm:t>
    </dgm:pt>
    <dgm:pt modelId="{19576FEB-E409-4988-961A-E304EFC63E86}" type="sibTrans" cxnId="{DDE65B30-B044-48A5-88A2-77F1BEE9A789}">
      <dgm:prSet/>
      <dgm:spPr/>
      <dgm:t>
        <a:bodyPr/>
        <a:lstStyle/>
        <a:p>
          <a:endParaRPr lang="en-US"/>
        </a:p>
      </dgm:t>
    </dgm:pt>
    <dgm:pt modelId="{6AB04CFB-BA78-4E99-8659-3D418E265C0B}" type="pres">
      <dgm:prSet presAssocID="{471877A8-0B1B-4A1D-8F7C-8806F0F42B07}" presName="root" presStyleCnt="0">
        <dgm:presLayoutVars>
          <dgm:dir/>
          <dgm:resizeHandles val="exact"/>
        </dgm:presLayoutVars>
      </dgm:prSet>
      <dgm:spPr/>
    </dgm:pt>
    <dgm:pt modelId="{838D7B0F-EF91-419E-A557-60BE371A5B16}" type="pres">
      <dgm:prSet presAssocID="{09CC3462-E597-4278-BF2C-4C2354A33FD8}" presName="compNode" presStyleCnt="0"/>
      <dgm:spPr/>
    </dgm:pt>
    <dgm:pt modelId="{DF64BCE1-D656-40EC-9A3B-0142A6B45471}" type="pres">
      <dgm:prSet presAssocID="{09CC3462-E597-4278-BF2C-4C2354A33FD8}" presName="bgRect" presStyleLbl="bgShp" presStyleIdx="0" presStyleCnt="3"/>
      <dgm:spPr/>
    </dgm:pt>
    <dgm:pt modelId="{3C5B3FFC-5FC8-4C55-9BCB-C89C952F2850}" type="pres">
      <dgm:prSet presAssocID="{09CC3462-E597-4278-BF2C-4C2354A33FD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CDF74256-DEFF-4637-A790-5FAB46D2E11C}" type="pres">
      <dgm:prSet presAssocID="{09CC3462-E597-4278-BF2C-4C2354A33FD8}" presName="spaceRect" presStyleCnt="0"/>
      <dgm:spPr/>
    </dgm:pt>
    <dgm:pt modelId="{C2752E6C-B598-4ACF-9043-926F93034B2D}" type="pres">
      <dgm:prSet presAssocID="{09CC3462-E597-4278-BF2C-4C2354A33FD8}" presName="parTx" presStyleLbl="revTx" presStyleIdx="0" presStyleCnt="3">
        <dgm:presLayoutVars>
          <dgm:chMax val="0"/>
          <dgm:chPref val="0"/>
        </dgm:presLayoutVars>
      </dgm:prSet>
      <dgm:spPr/>
    </dgm:pt>
    <dgm:pt modelId="{9E43435F-84AC-42A3-B9F9-9E9065243DF3}" type="pres">
      <dgm:prSet presAssocID="{631B5DE9-32BD-4823-B44D-3467BA8E0D14}" presName="sibTrans" presStyleCnt="0"/>
      <dgm:spPr/>
    </dgm:pt>
    <dgm:pt modelId="{7631F8D0-36F7-404C-918E-E14E57F1E34A}" type="pres">
      <dgm:prSet presAssocID="{967D4A09-0ECC-4C97-9B8C-EA6DA21DF0B9}" presName="compNode" presStyleCnt="0"/>
      <dgm:spPr/>
    </dgm:pt>
    <dgm:pt modelId="{83B55938-2CFC-4904-9E3F-F8EC1B56E494}" type="pres">
      <dgm:prSet presAssocID="{967D4A09-0ECC-4C97-9B8C-EA6DA21DF0B9}" presName="bgRect" presStyleLbl="bgShp" presStyleIdx="1" presStyleCnt="3"/>
      <dgm:spPr/>
    </dgm:pt>
    <dgm:pt modelId="{5826E4BA-7AC4-4D00-BC12-14571000385B}" type="pres">
      <dgm:prSet presAssocID="{967D4A09-0ECC-4C97-9B8C-EA6DA21DF0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ývojový diagram"/>
        </a:ext>
      </dgm:extLst>
    </dgm:pt>
    <dgm:pt modelId="{61DA11C8-25DC-4547-BCA4-E0FE724D048A}" type="pres">
      <dgm:prSet presAssocID="{967D4A09-0ECC-4C97-9B8C-EA6DA21DF0B9}" presName="spaceRect" presStyleCnt="0"/>
      <dgm:spPr/>
    </dgm:pt>
    <dgm:pt modelId="{61FC2FF5-9D57-45E1-A7B2-AC21956E267F}" type="pres">
      <dgm:prSet presAssocID="{967D4A09-0ECC-4C97-9B8C-EA6DA21DF0B9}" presName="parTx" presStyleLbl="revTx" presStyleIdx="1" presStyleCnt="3">
        <dgm:presLayoutVars>
          <dgm:chMax val="0"/>
          <dgm:chPref val="0"/>
        </dgm:presLayoutVars>
      </dgm:prSet>
      <dgm:spPr/>
    </dgm:pt>
    <dgm:pt modelId="{CB4753C3-5DEC-475E-A662-8553EA589166}" type="pres">
      <dgm:prSet presAssocID="{7FE9E815-B165-4C9F-A5E2-418BF8B93B72}" presName="sibTrans" presStyleCnt="0"/>
      <dgm:spPr/>
    </dgm:pt>
    <dgm:pt modelId="{14076E09-295E-4312-84D3-D271FC0E452E}" type="pres">
      <dgm:prSet presAssocID="{65B6A0B1-15C4-4149-85E9-454304922C27}" presName="compNode" presStyleCnt="0"/>
      <dgm:spPr/>
    </dgm:pt>
    <dgm:pt modelId="{1C045193-32E1-4133-AF1E-F90C1F62F61E}" type="pres">
      <dgm:prSet presAssocID="{65B6A0B1-15C4-4149-85E9-454304922C27}" presName="bgRect" presStyleLbl="bgShp" presStyleIdx="2" presStyleCnt="3"/>
      <dgm:spPr/>
    </dgm:pt>
    <dgm:pt modelId="{9E771109-C71F-460F-831B-8881D841F3BB}" type="pres">
      <dgm:prSet presAssocID="{65B6A0B1-15C4-4149-85E9-454304922C2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A03287B8-7B54-4D35-B013-9ADA96411D75}" type="pres">
      <dgm:prSet presAssocID="{65B6A0B1-15C4-4149-85E9-454304922C27}" presName="spaceRect" presStyleCnt="0"/>
      <dgm:spPr/>
    </dgm:pt>
    <dgm:pt modelId="{423EF919-0386-4187-AC60-D42684F0925B}" type="pres">
      <dgm:prSet presAssocID="{65B6A0B1-15C4-4149-85E9-454304922C2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DE65B30-B044-48A5-88A2-77F1BEE9A789}" srcId="{471877A8-0B1B-4A1D-8F7C-8806F0F42B07}" destId="{65B6A0B1-15C4-4149-85E9-454304922C27}" srcOrd="2" destOrd="0" parTransId="{981EA5D7-9477-46E7-AD56-4A622521F9B8}" sibTransId="{19576FEB-E409-4988-961A-E304EFC63E86}"/>
    <dgm:cxn modelId="{0B10B275-6A15-478F-9FA0-A434AD432785}" type="presOf" srcId="{967D4A09-0ECC-4C97-9B8C-EA6DA21DF0B9}" destId="{61FC2FF5-9D57-45E1-A7B2-AC21956E267F}" srcOrd="0" destOrd="0" presId="urn:microsoft.com/office/officeart/2018/2/layout/IconVerticalSolidList"/>
    <dgm:cxn modelId="{CF528356-0AD2-4554-8BA4-EDF5A2387A5F}" srcId="{471877A8-0B1B-4A1D-8F7C-8806F0F42B07}" destId="{09CC3462-E597-4278-BF2C-4C2354A33FD8}" srcOrd="0" destOrd="0" parTransId="{EB3CC8AC-AF23-4B80-A12E-C9741139822E}" sibTransId="{631B5DE9-32BD-4823-B44D-3467BA8E0D14}"/>
    <dgm:cxn modelId="{0CFB07B4-62D9-4F49-A84A-3FD70F5E4264}" type="presOf" srcId="{09CC3462-E597-4278-BF2C-4C2354A33FD8}" destId="{C2752E6C-B598-4ACF-9043-926F93034B2D}" srcOrd="0" destOrd="0" presId="urn:microsoft.com/office/officeart/2018/2/layout/IconVerticalSolidList"/>
    <dgm:cxn modelId="{B2CB4CD0-FF1A-458B-B6CD-CD03FFF3B63E}" srcId="{471877A8-0B1B-4A1D-8F7C-8806F0F42B07}" destId="{967D4A09-0ECC-4C97-9B8C-EA6DA21DF0B9}" srcOrd="1" destOrd="0" parTransId="{4C6AFCD3-EA30-4922-9129-15846FA9A4C9}" sibTransId="{7FE9E815-B165-4C9F-A5E2-418BF8B93B72}"/>
    <dgm:cxn modelId="{BFDF8BE2-851E-4E03-A904-B5D0D1C4BE7B}" type="presOf" srcId="{65B6A0B1-15C4-4149-85E9-454304922C27}" destId="{423EF919-0386-4187-AC60-D42684F0925B}" srcOrd="0" destOrd="0" presId="urn:microsoft.com/office/officeart/2018/2/layout/IconVerticalSolidList"/>
    <dgm:cxn modelId="{BDFC2EFE-A646-46E2-BA62-9DA9671DEEBE}" type="presOf" srcId="{471877A8-0B1B-4A1D-8F7C-8806F0F42B07}" destId="{6AB04CFB-BA78-4E99-8659-3D418E265C0B}" srcOrd="0" destOrd="0" presId="urn:microsoft.com/office/officeart/2018/2/layout/IconVerticalSolidList"/>
    <dgm:cxn modelId="{A02FC656-CB95-4A1F-B276-3784CE284753}" type="presParOf" srcId="{6AB04CFB-BA78-4E99-8659-3D418E265C0B}" destId="{838D7B0F-EF91-419E-A557-60BE371A5B16}" srcOrd="0" destOrd="0" presId="urn:microsoft.com/office/officeart/2018/2/layout/IconVerticalSolidList"/>
    <dgm:cxn modelId="{A7EFA259-5DBC-4A26-9F29-64565F914DCF}" type="presParOf" srcId="{838D7B0F-EF91-419E-A557-60BE371A5B16}" destId="{DF64BCE1-D656-40EC-9A3B-0142A6B45471}" srcOrd="0" destOrd="0" presId="urn:microsoft.com/office/officeart/2018/2/layout/IconVerticalSolidList"/>
    <dgm:cxn modelId="{5274137F-378C-4AD1-9ED7-B64FCFD7C8E4}" type="presParOf" srcId="{838D7B0F-EF91-419E-A557-60BE371A5B16}" destId="{3C5B3FFC-5FC8-4C55-9BCB-C89C952F2850}" srcOrd="1" destOrd="0" presId="urn:microsoft.com/office/officeart/2018/2/layout/IconVerticalSolidList"/>
    <dgm:cxn modelId="{701BE896-C869-44AB-B008-A9C775680814}" type="presParOf" srcId="{838D7B0F-EF91-419E-A557-60BE371A5B16}" destId="{CDF74256-DEFF-4637-A790-5FAB46D2E11C}" srcOrd="2" destOrd="0" presId="urn:microsoft.com/office/officeart/2018/2/layout/IconVerticalSolidList"/>
    <dgm:cxn modelId="{3A85693D-218C-43D9-BB05-E84B82AB54B1}" type="presParOf" srcId="{838D7B0F-EF91-419E-A557-60BE371A5B16}" destId="{C2752E6C-B598-4ACF-9043-926F93034B2D}" srcOrd="3" destOrd="0" presId="urn:microsoft.com/office/officeart/2018/2/layout/IconVerticalSolidList"/>
    <dgm:cxn modelId="{1B53A472-7D51-448E-9C86-C21D9BA826A1}" type="presParOf" srcId="{6AB04CFB-BA78-4E99-8659-3D418E265C0B}" destId="{9E43435F-84AC-42A3-B9F9-9E9065243DF3}" srcOrd="1" destOrd="0" presId="urn:microsoft.com/office/officeart/2018/2/layout/IconVerticalSolidList"/>
    <dgm:cxn modelId="{2EE8A3F8-F7F6-4184-8D68-626FD015F855}" type="presParOf" srcId="{6AB04CFB-BA78-4E99-8659-3D418E265C0B}" destId="{7631F8D0-36F7-404C-918E-E14E57F1E34A}" srcOrd="2" destOrd="0" presId="urn:microsoft.com/office/officeart/2018/2/layout/IconVerticalSolidList"/>
    <dgm:cxn modelId="{54DF4FF3-B257-4811-9E2C-802FEF9C9064}" type="presParOf" srcId="{7631F8D0-36F7-404C-918E-E14E57F1E34A}" destId="{83B55938-2CFC-4904-9E3F-F8EC1B56E494}" srcOrd="0" destOrd="0" presId="urn:microsoft.com/office/officeart/2018/2/layout/IconVerticalSolidList"/>
    <dgm:cxn modelId="{4CBA8203-F991-4681-80B3-712052A8A6BB}" type="presParOf" srcId="{7631F8D0-36F7-404C-918E-E14E57F1E34A}" destId="{5826E4BA-7AC4-4D00-BC12-14571000385B}" srcOrd="1" destOrd="0" presId="urn:microsoft.com/office/officeart/2018/2/layout/IconVerticalSolidList"/>
    <dgm:cxn modelId="{6A77624D-9D27-4CC8-8559-80FCFCB4980D}" type="presParOf" srcId="{7631F8D0-36F7-404C-918E-E14E57F1E34A}" destId="{61DA11C8-25DC-4547-BCA4-E0FE724D048A}" srcOrd="2" destOrd="0" presId="urn:microsoft.com/office/officeart/2018/2/layout/IconVerticalSolidList"/>
    <dgm:cxn modelId="{71F7D5C1-6A07-4D35-8881-ABC883E91C62}" type="presParOf" srcId="{7631F8D0-36F7-404C-918E-E14E57F1E34A}" destId="{61FC2FF5-9D57-45E1-A7B2-AC21956E267F}" srcOrd="3" destOrd="0" presId="urn:microsoft.com/office/officeart/2018/2/layout/IconVerticalSolidList"/>
    <dgm:cxn modelId="{70851271-6BCB-401C-A508-EE860EEDB967}" type="presParOf" srcId="{6AB04CFB-BA78-4E99-8659-3D418E265C0B}" destId="{CB4753C3-5DEC-475E-A662-8553EA589166}" srcOrd="3" destOrd="0" presId="urn:microsoft.com/office/officeart/2018/2/layout/IconVerticalSolidList"/>
    <dgm:cxn modelId="{1DF3C153-1446-4D12-8644-11C97CF4DEBE}" type="presParOf" srcId="{6AB04CFB-BA78-4E99-8659-3D418E265C0B}" destId="{14076E09-295E-4312-84D3-D271FC0E452E}" srcOrd="4" destOrd="0" presId="urn:microsoft.com/office/officeart/2018/2/layout/IconVerticalSolidList"/>
    <dgm:cxn modelId="{F1D0F510-1028-4087-B844-C2EFD01F579E}" type="presParOf" srcId="{14076E09-295E-4312-84D3-D271FC0E452E}" destId="{1C045193-32E1-4133-AF1E-F90C1F62F61E}" srcOrd="0" destOrd="0" presId="urn:microsoft.com/office/officeart/2018/2/layout/IconVerticalSolidList"/>
    <dgm:cxn modelId="{214EC158-CC6E-439F-8D70-298FA0F9110B}" type="presParOf" srcId="{14076E09-295E-4312-84D3-D271FC0E452E}" destId="{9E771109-C71F-460F-831B-8881D841F3BB}" srcOrd="1" destOrd="0" presId="urn:microsoft.com/office/officeart/2018/2/layout/IconVerticalSolidList"/>
    <dgm:cxn modelId="{576AE2C0-8775-4C88-8943-A82C9D9C8397}" type="presParOf" srcId="{14076E09-295E-4312-84D3-D271FC0E452E}" destId="{A03287B8-7B54-4D35-B013-9ADA96411D75}" srcOrd="2" destOrd="0" presId="urn:microsoft.com/office/officeart/2018/2/layout/IconVerticalSolidList"/>
    <dgm:cxn modelId="{FD51F6FE-B4AA-43B0-8FE9-48D722FB1FC7}" type="presParOf" srcId="{14076E09-295E-4312-84D3-D271FC0E452E}" destId="{423EF919-0386-4187-AC60-D42684F0925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E71947-4983-46C8-910A-30E0F33CC5C6}">
      <dsp:nvSpPr>
        <dsp:cNvPr id="0" name=""/>
        <dsp:cNvSpPr/>
      </dsp:nvSpPr>
      <dsp:spPr>
        <a:xfrm>
          <a:off x="830886" y="1576096"/>
          <a:ext cx="1341562" cy="134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DC483-9417-4165-A6E8-B20841383B74}">
      <dsp:nvSpPr>
        <dsp:cNvPr id="0" name=""/>
        <dsp:cNvSpPr/>
      </dsp:nvSpPr>
      <dsp:spPr>
        <a:xfrm>
          <a:off x="11042" y="3281743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Přepojování okruhů</a:t>
          </a:r>
          <a:r>
            <a:rPr lang="en-US" sz="1300" kern="1200"/>
            <a:t>: Spojení je vytvořeno před přenosem dat (např. telefonní síť). Je potřeba vytvořit pevnou cestu.</a:t>
          </a:r>
        </a:p>
      </dsp:txBody>
      <dsp:txXfrm>
        <a:off x="11042" y="3281743"/>
        <a:ext cx="2981250" cy="720000"/>
      </dsp:txXfrm>
    </dsp:sp>
    <dsp:sp modelId="{ADB857C0-0255-4992-8C64-795B0D372D56}">
      <dsp:nvSpPr>
        <dsp:cNvPr id="0" name=""/>
        <dsp:cNvSpPr/>
      </dsp:nvSpPr>
      <dsp:spPr>
        <a:xfrm>
          <a:off x="4333855" y="1576096"/>
          <a:ext cx="1341562" cy="134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968CA-0B02-42D5-BD55-8EEAD9EE78BE}">
      <dsp:nvSpPr>
        <dsp:cNvPr id="0" name=""/>
        <dsp:cNvSpPr/>
      </dsp:nvSpPr>
      <dsp:spPr>
        <a:xfrm>
          <a:off x="3514011" y="3281743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Přepojování paketů</a:t>
          </a:r>
          <a:r>
            <a:rPr lang="en-US" sz="1300" kern="1200"/>
            <a:t>: Data jsou rozdělena do paketů, které mohou cestovat různými trasami k cíli (např. internet). Rychlejší a flexibilnější než přepojování okruhů.</a:t>
          </a:r>
        </a:p>
      </dsp:txBody>
      <dsp:txXfrm>
        <a:off x="3514011" y="3281743"/>
        <a:ext cx="298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2E4E75-E778-4A01-896A-8C9D317F7C2E}">
      <dsp:nvSpPr>
        <dsp:cNvPr id="0" name=""/>
        <dsp:cNvSpPr/>
      </dsp:nvSpPr>
      <dsp:spPr>
        <a:xfrm>
          <a:off x="0" y="33007"/>
          <a:ext cx="6506304" cy="269831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b="1" kern="1200"/>
            <a:t>Spojovaný přenos</a:t>
          </a:r>
          <a:r>
            <a:rPr lang="cs-CZ" sz="4000" kern="1200"/>
            <a:t>: Před přenosem dat se vytvoří spojení (např. TCP/IP).</a:t>
          </a:r>
          <a:endParaRPr lang="en-US" sz="4000" kern="1200"/>
        </a:p>
      </dsp:txBody>
      <dsp:txXfrm>
        <a:off x="131721" y="164728"/>
        <a:ext cx="6242862" cy="2434870"/>
      </dsp:txXfrm>
    </dsp:sp>
    <dsp:sp modelId="{D697CFBE-C8E4-4206-A067-CE4121730449}">
      <dsp:nvSpPr>
        <dsp:cNvPr id="0" name=""/>
        <dsp:cNvSpPr/>
      </dsp:nvSpPr>
      <dsp:spPr>
        <a:xfrm>
          <a:off x="0" y="2846520"/>
          <a:ext cx="6506304" cy="2698312"/>
        </a:xfrm>
        <a:prstGeom prst="roundRect">
          <a:avLst/>
        </a:prstGeom>
        <a:solidFill>
          <a:schemeClr val="accent5">
            <a:hueOff val="8832355"/>
            <a:satOff val="28758"/>
            <a:lumOff val="100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b="1" kern="1200"/>
            <a:t>Nespojovaný přenos</a:t>
          </a:r>
          <a:r>
            <a:rPr lang="cs-CZ" sz="4000" kern="1200"/>
            <a:t>: Data se posílají bez vytvoření předchozího spojení (např. UDP).</a:t>
          </a:r>
          <a:endParaRPr lang="en-US" sz="4000" kern="1200"/>
        </a:p>
      </dsp:txBody>
      <dsp:txXfrm>
        <a:off x="131721" y="2978241"/>
        <a:ext cx="6242862" cy="24348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29908-F193-4675-894B-FE4B624A08DC}">
      <dsp:nvSpPr>
        <dsp:cNvPr id="0" name=""/>
        <dsp:cNvSpPr/>
      </dsp:nvSpPr>
      <dsp:spPr>
        <a:xfrm>
          <a:off x="0" y="790825"/>
          <a:ext cx="2700337" cy="171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CFFB2-40B3-4FDD-874A-95F1D9CB0287}">
      <dsp:nvSpPr>
        <dsp:cNvPr id="0" name=""/>
        <dsp:cNvSpPr/>
      </dsp:nvSpPr>
      <dsp:spPr>
        <a:xfrm>
          <a:off x="300037" y="1075860"/>
          <a:ext cx="2700337" cy="17147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/>
            <a:t>Asynchronní přenos</a:t>
          </a:r>
          <a:r>
            <a:rPr lang="cs-CZ" sz="1800" kern="1200"/>
            <a:t>: Data se přenášejí po jednotlivých bitech s použitím start/stop bitů (např. sériová komunikace).</a:t>
          </a:r>
          <a:endParaRPr lang="en-US" sz="1800" kern="1200"/>
        </a:p>
      </dsp:txBody>
      <dsp:txXfrm>
        <a:off x="350259" y="1126082"/>
        <a:ext cx="2599893" cy="1614270"/>
      </dsp:txXfrm>
    </dsp:sp>
    <dsp:sp modelId="{BDC3D176-67C8-46A0-A87B-87145BDFE181}">
      <dsp:nvSpPr>
        <dsp:cNvPr id="0" name=""/>
        <dsp:cNvSpPr/>
      </dsp:nvSpPr>
      <dsp:spPr>
        <a:xfrm>
          <a:off x="3300412" y="790825"/>
          <a:ext cx="2700337" cy="171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623845-2C4C-4725-90F6-2293E603D8C8}">
      <dsp:nvSpPr>
        <dsp:cNvPr id="0" name=""/>
        <dsp:cNvSpPr/>
      </dsp:nvSpPr>
      <dsp:spPr>
        <a:xfrm>
          <a:off x="3600450" y="1075860"/>
          <a:ext cx="2700337" cy="17147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/>
            <a:t>Synchronní přenos</a:t>
          </a:r>
          <a:r>
            <a:rPr lang="cs-CZ" sz="1800" kern="1200"/>
            <a:t>: Data se přenášejí v blocích, je zde potřeba synchronizace mezi vysílačem a přijímačem (např. Ethernet).</a:t>
          </a:r>
          <a:endParaRPr lang="en-US" sz="1800" kern="1200"/>
        </a:p>
      </dsp:txBody>
      <dsp:txXfrm>
        <a:off x="3650672" y="1126082"/>
        <a:ext cx="2599893" cy="1614270"/>
      </dsp:txXfrm>
    </dsp:sp>
    <dsp:sp modelId="{1DFA1198-B4BD-4222-9224-F474CA382AD5}">
      <dsp:nvSpPr>
        <dsp:cNvPr id="0" name=""/>
        <dsp:cNvSpPr/>
      </dsp:nvSpPr>
      <dsp:spPr>
        <a:xfrm>
          <a:off x="6600824" y="790825"/>
          <a:ext cx="2700337" cy="171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29404-F519-4AEF-9BBE-CBA969122B6A}">
      <dsp:nvSpPr>
        <dsp:cNvPr id="0" name=""/>
        <dsp:cNvSpPr/>
      </dsp:nvSpPr>
      <dsp:spPr>
        <a:xfrm>
          <a:off x="6900862" y="1075860"/>
          <a:ext cx="2700337" cy="17147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/>
            <a:t>Arytmický přenos</a:t>
          </a:r>
          <a:r>
            <a:rPr lang="cs-CZ" sz="1800" kern="1200"/>
            <a:t>: Nepravidelný přenos, v praxi se příliš nevyskytuje.</a:t>
          </a:r>
          <a:endParaRPr lang="en-US" sz="1800" kern="1200"/>
        </a:p>
      </dsp:txBody>
      <dsp:txXfrm>
        <a:off x="6951084" y="1126082"/>
        <a:ext cx="2599893" cy="16142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BEF9E9-6872-4EFA-9459-EBCED6461958}">
      <dsp:nvSpPr>
        <dsp:cNvPr id="0" name=""/>
        <dsp:cNvSpPr/>
      </dsp:nvSpPr>
      <dsp:spPr>
        <a:xfrm>
          <a:off x="0" y="33007"/>
          <a:ext cx="6506304" cy="269831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b="1" kern="1200"/>
            <a:t>Spojovaný přenos</a:t>
          </a:r>
          <a:r>
            <a:rPr lang="cs-CZ" sz="4000" kern="1200"/>
            <a:t>: Před přenosem dat se vytvoří spojení (např. TCP/IP).</a:t>
          </a:r>
          <a:endParaRPr lang="en-US" sz="4000" kern="1200"/>
        </a:p>
      </dsp:txBody>
      <dsp:txXfrm>
        <a:off x="131721" y="164728"/>
        <a:ext cx="6242862" cy="2434870"/>
      </dsp:txXfrm>
    </dsp:sp>
    <dsp:sp modelId="{AE062205-B6FD-42F6-87F7-7BC94F6532AA}">
      <dsp:nvSpPr>
        <dsp:cNvPr id="0" name=""/>
        <dsp:cNvSpPr/>
      </dsp:nvSpPr>
      <dsp:spPr>
        <a:xfrm>
          <a:off x="0" y="2846520"/>
          <a:ext cx="6506304" cy="2698312"/>
        </a:xfrm>
        <a:prstGeom prst="roundRect">
          <a:avLst/>
        </a:prstGeom>
        <a:solidFill>
          <a:schemeClr val="accent5">
            <a:hueOff val="8832355"/>
            <a:satOff val="28758"/>
            <a:lumOff val="100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000" b="1" kern="1200"/>
            <a:t>Nespojovaný přenos</a:t>
          </a:r>
          <a:r>
            <a:rPr lang="cs-CZ" sz="4000" kern="1200"/>
            <a:t>: Data se posílají bez vytvoření předchozího spojení (např. UDP).</a:t>
          </a:r>
          <a:endParaRPr lang="en-US" sz="4000" kern="1200"/>
        </a:p>
      </dsp:txBody>
      <dsp:txXfrm>
        <a:off x="131721" y="2978241"/>
        <a:ext cx="6242862" cy="24348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C580AE-4829-40EC-A3B0-718DD90E6F0B}">
      <dsp:nvSpPr>
        <dsp:cNvPr id="0" name=""/>
        <dsp:cNvSpPr/>
      </dsp:nvSpPr>
      <dsp:spPr>
        <a:xfrm>
          <a:off x="0" y="48419"/>
          <a:ext cx="6506304" cy="13162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b="1" kern="1200"/>
            <a:t>Modulace</a:t>
          </a:r>
          <a:r>
            <a:rPr lang="cs-CZ" sz="2500" kern="1200"/>
            <a:t>: Proces, kterým se signál upravuje pro přenos. Umožňuje přenos dat přes různé médium.</a:t>
          </a:r>
          <a:endParaRPr lang="en-US" sz="2500" kern="1200"/>
        </a:p>
      </dsp:txBody>
      <dsp:txXfrm>
        <a:off x="64254" y="112673"/>
        <a:ext cx="6377796" cy="1187742"/>
      </dsp:txXfrm>
    </dsp:sp>
    <dsp:sp modelId="{E6B588CE-AD4A-4C7F-923D-163E3B396A99}">
      <dsp:nvSpPr>
        <dsp:cNvPr id="0" name=""/>
        <dsp:cNvSpPr/>
      </dsp:nvSpPr>
      <dsp:spPr>
        <a:xfrm>
          <a:off x="0" y="1436670"/>
          <a:ext cx="6506304" cy="1316250"/>
        </a:xfrm>
        <a:prstGeom prst="roundRect">
          <a:avLst/>
        </a:prstGeom>
        <a:solidFill>
          <a:schemeClr val="accent5">
            <a:hueOff val="2944118"/>
            <a:satOff val="9586"/>
            <a:lumOff val="333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b="1" kern="1200"/>
            <a:t>Amplitude Modulation (AM)</a:t>
          </a:r>
          <a:r>
            <a:rPr lang="cs-CZ" sz="2500" kern="1200"/>
            <a:t>: Mění se amplituda nosného signálu.</a:t>
          </a:r>
          <a:endParaRPr lang="en-US" sz="2500" kern="1200"/>
        </a:p>
      </dsp:txBody>
      <dsp:txXfrm>
        <a:off x="64254" y="1500924"/>
        <a:ext cx="6377796" cy="1187742"/>
      </dsp:txXfrm>
    </dsp:sp>
    <dsp:sp modelId="{C4F8F06A-975E-419C-B245-2C2506E929D8}">
      <dsp:nvSpPr>
        <dsp:cNvPr id="0" name=""/>
        <dsp:cNvSpPr/>
      </dsp:nvSpPr>
      <dsp:spPr>
        <a:xfrm>
          <a:off x="0" y="2824920"/>
          <a:ext cx="6506304" cy="1316250"/>
        </a:xfrm>
        <a:prstGeom prst="roundRect">
          <a:avLst/>
        </a:prstGeom>
        <a:solidFill>
          <a:schemeClr val="accent5">
            <a:hueOff val="5888237"/>
            <a:satOff val="19172"/>
            <a:lumOff val="6667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b="1" kern="1200"/>
            <a:t>Frequency Modulation (FM)</a:t>
          </a:r>
          <a:r>
            <a:rPr lang="cs-CZ" sz="2500" kern="1200"/>
            <a:t>: Mění se frekvence nosného signálu.</a:t>
          </a:r>
          <a:endParaRPr lang="en-US" sz="2500" kern="1200"/>
        </a:p>
      </dsp:txBody>
      <dsp:txXfrm>
        <a:off x="64254" y="2889174"/>
        <a:ext cx="6377796" cy="1187742"/>
      </dsp:txXfrm>
    </dsp:sp>
    <dsp:sp modelId="{7F86F919-8E39-4C4B-A4C2-B661FB325FFB}">
      <dsp:nvSpPr>
        <dsp:cNvPr id="0" name=""/>
        <dsp:cNvSpPr/>
      </dsp:nvSpPr>
      <dsp:spPr>
        <a:xfrm>
          <a:off x="0" y="4213170"/>
          <a:ext cx="6506304" cy="1316250"/>
        </a:xfrm>
        <a:prstGeom prst="roundRect">
          <a:avLst/>
        </a:prstGeom>
        <a:solidFill>
          <a:schemeClr val="accent5">
            <a:hueOff val="8832355"/>
            <a:satOff val="28758"/>
            <a:lumOff val="100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b="1" kern="1200" err="1"/>
            <a:t>Phase</a:t>
          </a:r>
          <a:r>
            <a:rPr lang="cs-CZ" sz="2500" b="1" kern="1200"/>
            <a:t> </a:t>
          </a:r>
          <a:r>
            <a:rPr lang="cs-CZ" sz="2500" b="1" kern="1200" err="1"/>
            <a:t>Modulation</a:t>
          </a:r>
          <a:r>
            <a:rPr lang="cs-CZ" sz="2500" b="1" kern="1200"/>
            <a:t> (PM)</a:t>
          </a:r>
          <a:r>
            <a:rPr lang="cs-CZ" sz="2500" kern="1200"/>
            <a:t>: Mění se fáze nosného signálu.</a:t>
          </a:r>
          <a:endParaRPr lang="en-US" sz="2500" kern="1200"/>
        </a:p>
      </dsp:txBody>
      <dsp:txXfrm>
        <a:off x="64254" y="4277424"/>
        <a:ext cx="6377796" cy="11877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E887CC-8AB4-4576-9F3B-08DC41365E39}">
      <dsp:nvSpPr>
        <dsp:cNvPr id="0" name=""/>
        <dsp:cNvSpPr/>
      </dsp:nvSpPr>
      <dsp:spPr>
        <a:xfrm>
          <a:off x="0" y="906389"/>
          <a:ext cx="5959475" cy="16733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991EFB-BC0D-47B2-A766-EF803653DA8E}">
      <dsp:nvSpPr>
        <dsp:cNvPr id="0" name=""/>
        <dsp:cNvSpPr/>
      </dsp:nvSpPr>
      <dsp:spPr>
        <a:xfrm>
          <a:off x="506183" y="1282889"/>
          <a:ext cx="920333" cy="9203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BAFC1-5B34-44F7-81B6-997D6D1731AD}">
      <dsp:nvSpPr>
        <dsp:cNvPr id="0" name=""/>
        <dsp:cNvSpPr/>
      </dsp:nvSpPr>
      <dsp:spPr>
        <a:xfrm>
          <a:off x="1932701" y="906389"/>
          <a:ext cx="4026773" cy="1673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095" tIns="177095" rIns="177095" bIns="17709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b="1" kern="1200"/>
            <a:t>Spolehlivost přenosu</a:t>
          </a:r>
          <a:r>
            <a:rPr lang="cs-CZ" sz="2300" kern="1200"/>
            <a:t>: Zajištění správného doručení dat.</a:t>
          </a:r>
          <a:endParaRPr lang="en-US" sz="2300" kern="1200"/>
        </a:p>
      </dsp:txBody>
      <dsp:txXfrm>
        <a:off x="1932701" y="906389"/>
        <a:ext cx="4026773" cy="1673334"/>
      </dsp:txXfrm>
    </dsp:sp>
    <dsp:sp modelId="{DD20FEBD-8D09-4C99-8724-2409A8C61CBC}">
      <dsp:nvSpPr>
        <dsp:cNvPr id="0" name=""/>
        <dsp:cNvSpPr/>
      </dsp:nvSpPr>
      <dsp:spPr>
        <a:xfrm>
          <a:off x="0" y="2998057"/>
          <a:ext cx="5959475" cy="16733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1C07D0-6E96-4225-8218-4E5A13A3E524}">
      <dsp:nvSpPr>
        <dsp:cNvPr id="0" name=""/>
        <dsp:cNvSpPr/>
      </dsp:nvSpPr>
      <dsp:spPr>
        <a:xfrm>
          <a:off x="506183" y="3374557"/>
          <a:ext cx="920333" cy="9203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D7FED-C026-4E54-AE3E-362C8036AF8B}">
      <dsp:nvSpPr>
        <dsp:cNvPr id="0" name=""/>
        <dsp:cNvSpPr/>
      </dsp:nvSpPr>
      <dsp:spPr>
        <a:xfrm>
          <a:off x="1932701" y="2998057"/>
          <a:ext cx="4026773" cy="1673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095" tIns="177095" rIns="177095" bIns="17709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b="1" kern="1200"/>
            <a:t>Detekce chyb</a:t>
          </a:r>
          <a:r>
            <a:rPr lang="cs-CZ" sz="2300" kern="1200"/>
            <a:t>: Mechanismus k odhalení chyb, např. </a:t>
          </a:r>
          <a:r>
            <a:rPr lang="cs-CZ" sz="2300" b="1" kern="1200"/>
            <a:t>kontrolní součet</a:t>
          </a:r>
          <a:r>
            <a:rPr lang="cs-CZ" sz="2300" kern="1200"/>
            <a:t>, </a:t>
          </a:r>
          <a:r>
            <a:rPr lang="cs-CZ" sz="2300" b="1" kern="1200"/>
            <a:t>CRC</a:t>
          </a:r>
          <a:r>
            <a:rPr lang="cs-CZ" sz="2300" kern="1200"/>
            <a:t> (cyklický redundantní součet).</a:t>
          </a:r>
          <a:endParaRPr lang="en-US" sz="2300" kern="1200"/>
        </a:p>
      </dsp:txBody>
      <dsp:txXfrm>
        <a:off x="1932701" y="2998057"/>
        <a:ext cx="4026773" cy="16733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4BCE1-D656-40EC-9A3B-0142A6B45471}">
      <dsp:nvSpPr>
        <dsp:cNvPr id="0" name=""/>
        <dsp:cNvSpPr/>
      </dsp:nvSpPr>
      <dsp:spPr>
        <a:xfrm>
          <a:off x="0" y="680"/>
          <a:ext cx="5959475" cy="15932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5B3FFC-5FC8-4C55-9BCB-C89C952F2850}">
      <dsp:nvSpPr>
        <dsp:cNvPr id="0" name=""/>
        <dsp:cNvSpPr/>
      </dsp:nvSpPr>
      <dsp:spPr>
        <a:xfrm>
          <a:off x="481961" y="359164"/>
          <a:ext cx="876294" cy="8762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52E6C-B598-4ACF-9043-926F93034B2D}">
      <dsp:nvSpPr>
        <dsp:cNvPr id="0" name=""/>
        <dsp:cNvSpPr/>
      </dsp:nvSpPr>
      <dsp:spPr>
        <a:xfrm>
          <a:off x="1840218" y="680"/>
          <a:ext cx="4119256" cy="15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20" tIns="168620" rIns="168620" bIns="1686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/>
            <a:t>Synchronizace</a:t>
          </a:r>
          <a:r>
            <a:rPr lang="cs-CZ" sz="1900" kern="1200"/>
            <a:t>: Zajišťuje, že vysílač a přijímač pracují ve stejném časovém režimu, aby byla data správně interpretována. Používá se při synchronním přenosu.</a:t>
          </a:r>
          <a:endParaRPr lang="en-US" sz="1900" kern="1200"/>
        </a:p>
      </dsp:txBody>
      <dsp:txXfrm>
        <a:off x="1840218" y="680"/>
        <a:ext cx="4119256" cy="1593262"/>
      </dsp:txXfrm>
    </dsp:sp>
    <dsp:sp modelId="{83B55938-2CFC-4904-9E3F-F8EC1B56E494}">
      <dsp:nvSpPr>
        <dsp:cNvPr id="0" name=""/>
        <dsp:cNvSpPr/>
      </dsp:nvSpPr>
      <dsp:spPr>
        <a:xfrm>
          <a:off x="0" y="1992259"/>
          <a:ext cx="5959475" cy="15932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26E4BA-7AC4-4D00-BC12-14571000385B}">
      <dsp:nvSpPr>
        <dsp:cNvPr id="0" name=""/>
        <dsp:cNvSpPr/>
      </dsp:nvSpPr>
      <dsp:spPr>
        <a:xfrm>
          <a:off x="481961" y="2350743"/>
          <a:ext cx="876294" cy="8762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FC2FF5-9D57-45E1-A7B2-AC21956E267F}">
      <dsp:nvSpPr>
        <dsp:cNvPr id="0" name=""/>
        <dsp:cNvSpPr/>
      </dsp:nvSpPr>
      <dsp:spPr>
        <a:xfrm>
          <a:off x="1840218" y="1992259"/>
          <a:ext cx="4119256" cy="15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20" tIns="168620" rIns="168620" bIns="1686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/>
            <a:t>Flow control</a:t>
          </a:r>
          <a:r>
            <a:rPr lang="cs-CZ" sz="1900" kern="1200"/>
            <a:t>: Zajišťuje, že vysílač nezaplaví přijímač příliš velkým množstvím dat, které by nemohl zpracovat (např. TCP využívá mechanismus okna).</a:t>
          </a:r>
          <a:endParaRPr lang="en-US" sz="1900" kern="1200"/>
        </a:p>
      </dsp:txBody>
      <dsp:txXfrm>
        <a:off x="1840218" y="1992259"/>
        <a:ext cx="4119256" cy="1593262"/>
      </dsp:txXfrm>
    </dsp:sp>
    <dsp:sp modelId="{1C045193-32E1-4133-AF1E-F90C1F62F61E}">
      <dsp:nvSpPr>
        <dsp:cNvPr id="0" name=""/>
        <dsp:cNvSpPr/>
      </dsp:nvSpPr>
      <dsp:spPr>
        <a:xfrm>
          <a:off x="0" y="3983837"/>
          <a:ext cx="5959475" cy="15932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71109-C71F-460F-831B-8881D841F3BB}">
      <dsp:nvSpPr>
        <dsp:cNvPr id="0" name=""/>
        <dsp:cNvSpPr/>
      </dsp:nvSpPr>
      <dsp:spPr>
        <a:xfrm>
          <a:off x="481961" y="4342321"/>
          <a:ext cx="876294" cy="8762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EF919-0386-4187-AC60-D42684F0925B}">
      <dsp:nvSpPr>
        <dsp:cNvPr id="0" name=""/>
        <dsp:cNvSpPr/>
      </dsp:nvSpPr>
      <dsp:spPr>
        <a:xfrm>
          <a:off x="1840218" y="3983837"/>
          <a:ext cx="4119256" cy="15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20" tIns="168620" rIns="168620" bIns="1686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/>
            <a:t>Multiplexor</a:t>
          </a:r>
          <a:r>
            <a:rPr lang="cs-CZ" sz="1900" kern="1200"/>
            <a:t>: Umožňuje přenos více datových toků po jednom komunikačním kanálu. Zvyšuje efektivitu využití sítě.</a:t>
          </a:r>
          <a:endParaRPr lang="en-US" sz="1900" kern="1200"/>
        </a:p>
      </dsp:txBody>
      <dsp:txXfrm>
        <a:off x="1840218" y="3983837"/>
        <a:ext cx="4119256" cy="15932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24509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iimpacts.org/2015/page/3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abstract-analog-art-camera-390089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viajesnpx.blogspot.com/2017/03/nube-de-palabras-con-conceptos.html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sa/3.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9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57AE5A-30C0-E593-6D76-26854114B0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Přenos dat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DA2B773-4A7A-5DF6-B948-DAEBD2A72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/>
              <a:t>Daniel Hendrych</a:t>
            </a:r>
          </a:p>
          <a:p>
            <a:r>
              <a:rPr lang="cs-CZ"/>
              <a:t>Přenos dat je proces odesílání a přijímání digitálních nebo analogových informací mezi zařízeními pomocí různých technologií a protokolů, které zajišťují spolehlivost, rychlost a správnost přenosu.</a:t>
            </a:r>
          </a:p>
        </p:txBody>
      </p:sp>
    </p:spTree>
    <p:extLst>
      <p:ext uri="{BB962C8B-B14F-4D97-AF65-F5344CB8AC3E}">
        <p14:creationId xmlns:p14="http://schemas.microsoft.com/office/powerpoint/2010/main" val="4241303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E807223-DF88-4D6D-970E-08919E5E0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17" name="Obrázek 16" descr="Obsah obrázku snímek obrazovky, kruh, Barevnost, Symetrie&#10;&#10;Popis byl vytvořen automaticky">
            <a:extLst>
              <a:ext uri="{FF2B5EF4-FFF2-40B4-BE49-F238E27FC236}">
                <a16:creationId xmlns:a16="http://schemas.microsoft.com/office/drawing/2014/main" id="{85319018-2BBE-E9F3-FAA0-F3ED5B1D6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7292" b="18052"/>
          <a:stretch/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CBA2BA5-DF4D-437C-9273-F945CF857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7948" y="1838152"/>
            <a:ext cx="5607908" cy="37244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754EA86-2D7A-4D51-B5F6-DA6349D5F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1087261" y="1405049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B9B95772-09B3-56FC-311C-85FEABD872AE}"/>
              </a:ext>
            </a:extLst>
          </p:cNvPr>
          <p:cNvSpPr txBox="1"/>
          <p:nvPr/>
        </p:nvSpPr>
        <p:spPr>
          <a:xfrm>
            <a:off x="1885959" y="2185352"/>
            <a:ext cx="4891887" cy="10259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Signál, útlum a zkreslení signálu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0E8C9859-A653-3E21-AE86-9A4A84CDA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959" y="3211287"/>
            <a:ext cx="4891887" cy="20682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cs-CZ" sz="1500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Signál</a:t>
            </a:r>
            <a:r>
              <a:rPr kumimoji="0" lang="en-US" altLang="cs-CZ" sz="15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: Fyzikální jev přenášející informace (např. elektrický, světelný). Signály mohou být </a:t>
            </a:r>
            <a:r>
              <a:rPr kumimoji="0" lang="en-US" altLang="cs-CZ" sz="1500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analogové</a:t>
            </a:r>
            <a:r>
              <a:rPr kumimoji="0" lang="en-US" altLang="cs-CZ" sz="15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 (nepřetržitý průběh) nebo </a:t>
            </a:r>
            <a:r>
              <a:rPr kumimoji="0" lang="en-US" altLang="cs-CZ" sz="1500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digitální</a:t>
            </a:r>
            <a:r>
              <a:rPr kumimoji="0" lang="en-US" altLang="cs-CZ" sz="15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 (diskrétní hodnoty).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cs-CZ" sz="1500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Útlum</a:t>
            </a:r>
            <a:r>
              <a:rPr kumimoji="0" lang="en-US" altLang="cs-CZ" sz="15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: Ztráta síly signálu při přenosu. Čím delší je přenosová cesta, tím větší je útlum.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cs-CZ" sz="1500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Zkreslení signálu</a:t>
            </a:r>
            <a:r>
              <a:rPr kumimoji="0" lang="en-US" altLang="cs-CZ" sz="15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: Změna původního signálu při přenosu, způsobená např. interferencí, šumem. </a:t>
            </a:r>
          </a:p>
        </p:txBody>
      </p:sp>
    </p:spTree>
    <p:extLst>
      <p:ext uri="{BB962C8B-B14F-4D97-AF65-F5344CB8AC3E}">
        <p14:creationId xmlns:p14="http://schemas.microsoft.com/office/powerpoint/2010/main" val="1819937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394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807223-DF88-4D6D-970E-08919E5E0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8B0DC5F-8D4F-8C37-10FD-7630AADC2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4078" b="10419"/>
          <a:stretch/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CBA2BA5-DF4D-437C-9273-F945CF857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7948" y="1838152"/>
            <a:ext cx="5607908" cy="37244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754EA86-2D7A-4D51-B5F6-DA6349D5F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1087261" y="1405049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cs-CZ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3129DC60-B9DF-FE32-020C-AA0F06D30337}"/>
              </a:ext>
            </a:extLst>
          </p:cNvPr>
          <p:cNvSpPr txBox="1"/>
          <p:nvPr/>
        </p:nvSpPr>
        <p:spPr>
          <a:xfrm>
            <a:off x="1885959" y="2185352"/>
            <a:ext cx="4891887" cy="10259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Zpoždění signálu, zpoždění přenosu, latence a jitter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C9A497BE-5572-BD02-1085-FAF0692CA9AE}"/>
              </a:ext>
            </a:extLst>
          </p:cNvPr>
          <p:cNvSpPr txBox="1"/>
          <p:nvPr/>
        </p:nvSpPr>
        <p:spPr>
          <a:xfrm>
            <a:off x="1885959" y="3211287"/>
            <a:ext cx="4891887" cy="2068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Zpoždění signálu</a:t>
            </a:r>
            <a:r>
              <a:rPr lang="en-US" sz="1500">
                <a:solidFill>
                  <a:schemeClr val="tx2"/>
                </a:solidFill>
              </a:rPr>
              <a:t>: Doba potřebná pro přenos signálu mezi dvěma body.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Zpoždění přenosu</a:t>
            </a:r>
            <a:r>
              <a:rPr lang="en-US" sz="1500">
                <a:solidFill>
                  <a:schemeClr val="tx2"/>
                </a:solidFill>
              </a:rPr>
              <a:t>: Čas potřebný k přenosu celého datového rámce po lince.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Latence</a:t>
            </a:r>
            <a:r>
              <a:rPr lang="en-US" sz="1500">
                <a:solidFill>
                  <a:schemeClr val="tx2"/>
                </a:solidFill>
              </a:rPr>
              <a:t>: Celkové zpoždění při přenosu dat, zahrnuje zpoždění signálu i přenosu.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Jitter</a:t>
            </a:r>
            <a:r>
              <a:rPr lang="en-US" sz="1500">
                <a:solidFill>
                  <a:schemeClr val="tx2"/>
                </a:solidFill>
              </a:rPr>
              <a:t>: Variabilita latence, kdy se doby zpoždění liší při každém přenosu.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endParaRPr lang="en-US" sz="15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658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0E807223-DF88-4D6D-970E-08919E5E0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8" name="Obrázek 7" descr="Obsah obrázku láhev, interiér&#10;&#10;Popis byl vytvořen automaticky">
            <a:extLst>
              <a:ext uri="{FF2B5EF4-FFF2-40B4-BE49-F238E27FC236}">
                <a16:creationId xmlns:a16="http://schemas.microsoft.com/office/drawing/2014/main" id="{01392E86-FDB0-941E-E561-EC0FDBB95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416" b="16827"/>
          <a:stretch/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3CBA2BA5-DF4D-437C-9273-F945CF857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7948" y="1838152"/>
            <a:ext cx="5607908" cy="37244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7754EA86-2D7A-4D51-B5F6-DA6349D5F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1087261" y="1405049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cs-CZ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FC3E3315-C4A8-71F2-230D-6E137D14C1EA}"/>
              </a:ext>
            </a:extLst>
          </p:cNvPr>
          <p:cNvSpPr txBox="1"/>
          <p:nvPr/>
        </p:nvSpPr>
        <p:spPr>
          <a:xfrm>
            <a:off x="1885959" y="2185352"/>
            <a:ext cx="4891887" cy="10259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Analogový a digitální přenos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94E6DE-B45A-0737-7AE8-043C3D02F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959" y="3211287"/>
            <a:ext cx="4891887" cy="20682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cs-CZ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Analogový přenos</a:t>
            </a:r>
            <a:r>
              <a:rPr kumimoji="0" lang="en-US" altLang="cs-CZ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: Plynulý průběh signálu (např. telefonní hovory). Náchylný k šumu a útlumu.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cs-CZ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Digitální přenos</a:t>
            </a:r>
            <a:r>
              <a:rPr kumimoji="0" lang="en-US" altLang="cs-CZ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: Přenos diskrétních hodnot (1 a 0), využívá moderní technologie, jako jsou optická vlákna. Výhodou je odolnost vůči šumu. </a:t>
            </a:r>
          </a:p>
        </p:txBody>
      </p:sp>
    </p:spTree>
    <p:extLst>
      <p:ext uri="{BB962C8B-B14F-4D97-AF65-F5344CB8AC3E}">
        <p14:creationId xmlns:p14="http://schemas.microsoft.com/office/powerpoint/2010/main" val="3181455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F90CED2-72DA-49F5-8068-294F7EEF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0BC9609-A8AF-411F-A9E0-C3B93C89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1E81AE18-5879-6672-EC00-E36D67FECD5D}"/>
              </a:ext>
            </a:extLst>
          </p:cNvPr>
          <p:cNvSpPr txBox="1"/>
          <p:nvPr/>
        </p:nvSpPr>
        <p:spPr>
          <a:xfrm>
            <a:off x="640080" y="639704"/>
            <a:ext cx="3299579" cy="5577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Přepojování okruhů a paketů</a:t>
            </a:r>
          </a:p>
        </p:txBody>
      </p:sp>
      <p:graphicFrame>
        <p:nvGraphicFramePr>
          <p:cNvPr id="28" name="TextovéPole 2">
            <a:extLst>
              <a:ext uri="{FF2B5EF4-FFF2-40B4-BE49-F238E27FC236}">
                <a16:creationId xmlns:a16="http://schemas.microsoft.com/office/drawing/2014/main" id="{359B2ADD-CC7F-4236-F57D-669C164175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9230953"/>
              </p:ext>
            </p:extLst>
          </p:nvPr>
        </p:nvGraphicFramePr>
        <p:xfrm>
          <a:off x="4901472" y="639705"/>
          <a:ext cx="6506304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2021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F90CED2-72DA-49F5-8068-294F7EEF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0BC9609-A8AF-411F-A9E0-C3B93C89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A31EDFD0-53C6-30B3-DD88-33A6DD2DF9E3}"/>
              </a:ext>
            </a:extLst>
          </p:cNvPr>
          <p:cNvSpPr txBox="1"/>
          <p:nvPr/>
        </p:nvSpPr>
        <p:spPr>
          <a:xfrm>
            <a:off x="640080" y="639704"/>
            <a:ext cx="3299579" cy="5577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Spojovaný a nespojovaný přenos</a:t>
            </a:r>
          </a:p>
        </p:txBody>
      </p:sp>
      <p:graphicFrame>
        <p:nvGraphicFramePr>
          <p:cNvPr id="7" name="TextovéPole 4">
            <a:extLst>
              <a:ext uri="{FF2B5EF4-FFF2-40B4-BE49-F238E27FC236}">
                <a16:creationId xmlns:a16="http://schemas.microsoft.com/office/drawing/2014/main" id="{1A4CBF66-1298-9937-25EC-64C2680F7D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7242285"/>
              </p:ext>
            </p:extLst>
          </p:nvPr>
        </p:nvGraphicFramePr>
        <p:xfrm>
          <a:off x="4901472" y="639705"/>
          <a:ext cx="6506304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8127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E807223-DF88-4D6D-970E-08919E5E0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12" name="Obrázek 11" descr="Obsah obrázku Elektrické napájení, konektor, kabel&#10;&#10;Popis byl vytvořen automaticky">
            <a:extLst>
              <a:ext uri="{FF2B5EF4-FFF2-40B4-BE49-F238E27FC236}">
                <a16:creationId xmlns:a16="http://schemas.microsoft.com/office/drawing/2014/main" id="{FEA9A27E-7499-92DD-8CC8-69B61B6D7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0223" b="13527"/>
          <a:stretch/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CBA2BA5-DF4D-437C-9273-F945CF857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7948" y="1838152"/>
            <a:ext cx="5607908" cy="37244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754EA86-2D7A-4D51-B5F6-DA6349D5F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1087261" y="1405049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cs-CZ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1E8E31B4-72F9-A44E-DC3B-231BA692EE8A}"/>
              </a:ext>
            </a:extLst>
          </p:cNvPr>
          <p:cNvSpPr txBox="1"/>
          <p:nvPr/>
        </p:nvSpPr>
        <p:spPr>
          <a:xfrm>
            <a:off x="1885959" y="2185352"/>
            <a:ext cx="4891887" cy="10259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Simplexní, polo a plně duplexní přenos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91CF3A-71AB-CF5A-62E6-102F6036A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959" y="3211287"/>
            <a:ext cx="4891887" cy="20682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cs-CZ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Simplexní</a:t>
            </a:r>
            <a:r>
              <a:rPr kumimoji="0" lang="en-US" altLang="cs-CZ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: Přenos dat pouze jedním směrem (např. televize).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cs-CZ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Poloduplexní</a:t>
            </a:r>
            <a:r>
              <a:rPr kumimoji="0" lang="en-US" altLang="cs-CZ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: Přenos dat střídavě oběma směry, ale ne současně (např. vysílačky).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cs-CZ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Plně duplexní</a:t>
            </a:r>
            <a:r>
              <a:rPr kumimoji="0" lang="en-US" altLang="cs-CZ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: Přenos dat současně v obou směrech (např. telefonní hovory). 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968A22B-E88D-7D2C-C197-942C45F2D9B2}"/>
              </a:ext>
            </a:extLst>
          </p:cNvPr>
          <p:cNvSpPr txBox="1"/>
          <p:nvPr/>
        </p:nvSpPr>
        <p:spPr>
          <a:xfrm>
            <a:off x="3178629" y="3323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ECA17FDF-B8DD-01DA-5E92-4138FDA6A964}"/>
              </a:ext>
            </a:extLst>
          </p:cNvPr>
          <p:cNvSpPr txBox="1"/>
          <p:nvPr/>
        </p:nvSpPr>
        <p:spPr>
          <a:xfrm>
            <a:off x="9814426" y="6657944"/>
            <a:ext cx="237757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cs-CZ" sz="700">
                <a:solidFill>
                  <a:srgbClr val="FFFFFF"/>
                </a:solidFill>
                <a:hlinkClick r:id="rId3" tooltip="http://viajesnpx.blogspot.com/2017/03/nube-de-palabras-con-concepto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Tato fotka</a:t>
            </a:r>
            <a:r>
              <a:rPr lang="cs-CZ" sz="700">
                <a:solidFill>
                  <a:srgbClr val="FFFFFF"/>
                </a:solidFill>
              </a:rPr>
              <a:t> od autora Neznámý autor s licencí </a:t>
            </a:r>
            <a:r>
              <a:rPr lang="cs-CZ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cs-CZ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754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F90CED2-72DA-49F5-8068-294F7EEF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88861894-D4AD-21E9-6989-222DA68EF020}"/>
              </a:ext>
            </a:extLst>
          </p:cNvPr>
          <p:cNvSpPr txBox="1"/>
          <p:nvPr/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Asynchronní, synchronní a arytmický přenos</a:t>
            </a:r>
          </a:p>
        </p:txBody>
      </p:sp>
      <p:graphicFrame>
        <p:nvGraphicFramePr>
          <p:cNvPr id="5" name="TextovéPole 2">
            <a:extLst>
              <a:ext uri="{FF2B5EF4-FFF2-40B4-BE49-F238E27FC236}">
                <a16:creationId xmlns:a16="http://schemas.microsoft.com/office/drawing/2014/main" id="{233082A4-0CC4-933C-851A-76E51E955A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5488194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1656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0F90CED2-72DA-49F5-8068-294F7EEF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0BC9609-A8AF-411F-A9E0-C3B93C89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83A667E4-856D-24AD-576E-BB1D9E8897F2}"/>
              </a:ext>
            </a:extLst>
          </p:cNvPr>
          <p:cNvSpPr txBox="1"/>
          <p:nvPr/>
        </p:nvSpPr>
        <p:spPr>
          <a:xfrm>
            <a:off x="640080" y="639704"/>
            <a:ext cx="3299579" cy="5577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Spojovaný a nespojovaný přenos</a:t>
            </a:r>
          </a:p>
        </p:txBody>
      </p:sp>
      <p:graphicFrame>
        <p:nvGraphicFramePr>
          <p:cNvPr id="13" name="TextovéPole 2">
            <a:extLst>
              <a:ext uri="{FF2B5EF4-FFF2-40B4-BE49-F238E27FC236}">
                <a16:creationId xmlns:a16="http://schemas.microsoft.com/office/drawing/2014/main" id="{D6869A01-4357-4DC8-2154-DDEC34E270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6732422"/>
              </p:ext>
            </p:extLst>
          </p:nvPr>
        </p:nvGraphicFramePr>
        <p:xfrm>
          <a:off x="4901472" y="639705"/>
          <a:ext cx="6506304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6470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F90CED2-72DA-49F5-8068-294F7EEF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0BC9609-A8AF-411F-A9E0-C3B93C89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33169408-5744-24DB-3F29-01134F5EC949}"/>
              </a:ext>
            </a:extLst>
          </p:cNvPr>
          <p:cNvSpPr txBox="1"/>
          <p:nvPr/>
        </p:nvSpPr>
        <p:spPr>
          <a:xfrm>
            <a:off x="640080" y="639704"/>
            <a:ext cx="3299579" cy="5577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Význam modulace a 3 typy modulování signálů</a:t>
            </a:r>
          </a:p>
        </p:txBody>
      </p:sp>
      <p:graphicFrame>
        <p:nvGraphicFramePr>
          <p:cNvPr id="5" name="TextovéPole 2">
            <a:extLst>
              <a:ext uri="{FF2B5EF4-FFF2-40B4-BE49-F238E27FC236}">
                <a16:creationId xmlns:a16="http://schemas.microsoft.com/office/drawing/2014/main" id="{9D58F1C6-2DF4-6BA1-FB3A-6EFDC20072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7707205"/>
              </p:ext>
            </p:extLst>
          </p:nvPr>
        </p:nvGraphicFramePr>
        <p:xfrm>
          <a:off x="4901472" y="639705"/>
          <a:ext cx="6506304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30" name="Picture 6" descr="Každý návrh někde začíná. I ten vysokofrekvenční">
            <a:extLst>
              <a:ext uri="{FF2B5EF4-FFF2-40B4-BE49-F238E27FC236}">
                <a16:creationId xmlns:a16="http://schemas.microsoft.com/office/drawing/2014/main" id="{178EA13A-1DE2-A72D-F0D6-B2FF99855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925715"/>
            <a:ext cx="3954721" cy="2795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500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F90CED2-72DA-49F5-8068-294F7EEF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DAC179-C790-4427-B1A0-AF7E55B8E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B81B65A4-3AA3-6BA9-26BA-BB6FD88FDA5A}"/>
              </a:ext>
            </a:extLst>
          </p:cNvPr>
          <p:cNvSpPr txBox="1"/>
          <p:nvPr/>
        </p:nvSpPr>
        <p:spPr>
          <a:xfrm>
            <a:off x="8252340" y="639704"/>
            <a:ext cx="3299579" cy="5577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Spolehlivost přenosu a detekce chyb</a:t>
            </a: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A392D87-3787-45D6-976E-B85674C09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8366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FE8E04-DEE3-49FD-89A2-285FAD1CB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graphicFrame>
        <p:nvGraphicFramePr>
          <p:cNvPr id="5" name="TextovéPole 2">
            <a:extLst>
              <a:ext uri="{FF2B5EF4-FFF2-40B4-BE49-F238E27FC236}">
                <a16:creationId xmlns:a16="http://schemas.microsoft.com/office/drawing/2014/main" id="{73A552F1-6AB2-60A6-A724-6D9F07A53B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7044359"/>
              </p:ext>
            </p:extLst>
          </p:nvPr>
        </p:nvGraphicFramePr>
        <p:xfrm>
          <a:off x="784225" y="639763"/>
          <a:ext cx="5959475" cy="5577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9019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F90CED2-72DA-49F5-8068-294F7EEF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DAC179-C790-4427-B1A0-AF7E55B8E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380B939F-E1A6-629F-ACB3-DA43DDEB757C}"/>
              </a:ext>
            </a:extLst>
          </p:cNvPr>
          <p:cNvSpPr txBox="1"/>
          <p:nvPr/>
        </p:nvSpPr>
        <p:spPr>
          <a:xfrm>
            <a:off x="8252340" y="639704"/>
            <a:ext cx="3299579" cy="5577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Synchronizace</a:t>
            </a: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přenosu</a:t>
            </a: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4400" b="1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řízení</a:t>
            </a: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toku</a:t>
            </a: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4400" b="1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význam</a:t>
            </a: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multiplexoru</a:t>
            </a:r>
            <a:endParaRPr lang="en-US" sz="4400" b="1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A392D87-3787-45D6-976E-B85674C09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8366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FE8E04-DEE3-49FD-89A2-285FAD1CB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graphicFrame>
        <p:nvGraphicFramePr>
          <p:cNvPr id="5" name="TextovéPole 2">
            <a:extLst>
              <a:ext uri="{FF2B5EF4-FFF2-40B4-BE49-F238E27FC236}">
                <a16:creationId xmlns:a16="http://schemas.microsoft.com/office/drawing/2014/main" id="{945F7F23-A95F-B1A8-DC2D-F47E588595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5766382"/>
              </p:ext>
            </p:extLst>
          </p:nvPr>
        </p:nvGraphicFramePr>
        <p:xfrm>
          <a:off x="784225" y="639763"/>
          <a:ext cx="5959475" cy="5577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8218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0E880B70-9045-4B1E-A61A-E849BE8C8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6D7D7F0C-622D-4D84-A68D-C1AF54B63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8E741E05-9DF0-27A8-2A0D-198554B68B7B}"/>
              </a:ext>
            </a:extLst>
          </p:cNvPr>
          <p:cNvSpPr txBox="1"/>
          <p:nvPr/>
        </p:nvSpPr>
        <p:spPr>
          <a:xfrm>
            <a:off x="640081" y="631373"/>
            <a:ext cx="4018839" cy="20356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Spolehlivost přenosu a detekce chyb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BC26C5-4A5A-18B2-BF35-1BA742D9D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1" y="2764971"/>
            <a:ext cx="4010296" cy="34725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cs-CZ" sz="1400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Spolehlivost přenosu</a:t>
            </a:r>
            <a:r>
              <a:rPr kumimoji="0" lang="en-US" altLang="cs-CZ" sz="14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: Zajištění správného doručení dat.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cs-CZ" sz="1400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Detekce chyb</a:t>
            </a:r>
            <a:r>
              <a:rPr kumimoji="0" lang="en-US" altLang="cs-CZ" sz="14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: Mechanismus k odhalení chyb, např. </a:t>
            </a:r>
            <a:r>
              <a:rPr kumimoji="0" lang="en-US" altLang="cs-CZ" sz="1400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kontrolní součet</a:t>
            </a:r>
            <a:r>
              <a:rPr kumimoji="0" lang="en-US" altLang="cs-CZ" sz="14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, </a:t>
            </a:r>
            <a:r>
              <a:rPr kumimoji="0" lang="en-US" altLang="cs-CZ" sz="1400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CRC</a:t>
            </a:r>
            <a:r>
              <a:rPr kumimoji="0" lang="en-US" altLang="cs-CZ" sz="14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 (cyklický redundantní součet). 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endParaRPr lang="en-US" altLang="cs-CZ" sz="1400">
              <a:solidFill>
                <a:schemeClr val="tx2"/>
              </a:solidFill>
            </a:endParaRP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cs-CZ" sz="1400" b="1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</a:rPr>
              <a:t>PARITA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400" b="1">
                <a:solidFill>
                  <a:schemeClr val="tx2"/>
                </a:solidFill>
              </a:rPr>
              <a:t>Princip:</a:t>
            </a:r>
            <a:r>
              <a:rPr lang="en-US" sz="1400">
                <a:solidFill>
                  <a:schemeClr val="tx2"/>
                </a:solidFill>
              </a:rPr>
              <a:t> Jedná se o jednoduchou metodu, při které se ke každému bloku dat přidává jeden bit, tzv. paritní bit. Tento bit může být nastaven buď na </a:t>
            </a:r>
            <a:r>
              <a:rPr lang="en-US" sz="1400" b="1">
                <a:solidFill>
                  <a:schemeClr val="tx2"/>
                </a:solidFill>
              </a:rPr>
              <a:t>sudou (even)</a:t>
            </a:r>
            <a:r>
              <a:rPr lang="en-US" sz="1400">
                <a:solidFill>
                  <a:schemeClr val="tx2"/>
                </a:solidFill>
              </a:rPr>
              <a:t> nebo </a:t>
            </a:r>
            <a:r>
              <a:rPr lang="en-US" sz="1400" b="1">
                <a:solidFill>
                  <a:schemeClr val="tx2"/>
                </a:solidFill>
              </a:rPr>
              <a:t>lichou (odd)</a:t>
            </a:r>
            <a:r>
              <a:rPr lang="en-US" sz="1400">
                <a:solidFill>
                  <a:schemeClr val="tx2"/>
                </a:solidFill>
              </a:rPr>
              <a:t> paritu.</a:t>
            </a:r>
            <a:r>
              <a:rPr lang="en-US" sz="1400" b="1">
                <a:solidFill>
                  <a:schemeClr val="tx2"/>
                </a:solidFill>
              </a:rPr>
              <a:t>Sudá parita:</a:t>
            </a:r>
            <a:r>
              <a:rPr lang="en-US" sz="1400">
                <a:solidFill>
                  <a:schemeClr val="tx2"/>
                </a:solidFill>
              </a:rPr>
              <a:t> Paritní bit je nastaven tak, aby počet jedniček v datovém bloku byl sudý.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400" b="1">
                <a:solidFill>
                  <a:schemeClr val="tx2"/>
                </a:solidFill>
              </a:rPr>
              <a:t>Lichá parita:</a:t>
            </a:r>
            <a:r>
              <a:rPr lang="en-US" sz="1400">
                <a:solidFill>
                  <a:schemeClr val="tx2"/>
                </a:solidFill>
              </a:rPr>
              <a:t> Paritní bit zajistí, aby počet jedniček byl lichý.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endParaRPr kumimoji="0" lang="en-US" altLang="cs-CZ" sz="1400" b="1" i="0" u="none" strike="noStrike" cap="none" normalizeH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02A2E7B6-CE50-4B96-A981-2A0250732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36" name="Graphic 35" descr="Zaškrtnutí">
            <a:extLst>
              <a:ext uri="{FF2B5EF4-FFF2-40B4-BE49-F238E27FC236}">
                <a16:creationId xmlns:a16="http://schemas.microsoft.com/office/drawing/2014/main" id="{490A24E0-F203-3903-5949-EA0559BC8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7875" y="1312640"/>
            <a:ext cx="2713196" cy="2713196"/>
          </a:xfrm>
          <a:prstGeom prst="rect">
            <a:avLst/>
          </a:prstGeom>
        </p:spPr>
      </p:pic>
      <p:pic>
        <p:nvPicPr>
          <p:cNvPr id="2050" name="Picture 2" descr="Error Detection Codes: Parity Bit Method - GeeksforGeeks">
            <a:extLst>
              <a:ext uri="{FF2B5EF4-FFF2-40B4-BE49-F238E27FC236}">
                <a16:creationId xmlns:a16="http://schemas.microsoft.com/office/drawing/2014/main" id="{6F6A58F8-9FD8-6ED2-0F63-FE189A5E1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67683" y="4029104"/>
            <a:ext cx="5384074" cy="168252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833ABD40-1E86-4843-EF14-6C5FBAEA78DC}"/>
              </a:ext>
            </a:extLst>
          </p:cNvPr>
          <p:cNvSpPr txBox="1"/>
          <p:nvPr/>
        </p:nvSpPr>
        <p:spPr>
          <a:xfrm>
            <a:off x="3113316" y="6045199"/>
            <a:ext cx="2206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7687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Rectangle 3092">
            <a:extLst>
              <a:ext uri="{FF2B5EF4-FFF2-40B4-BE49-F238E27FC236}">
                <a16:creationId xmlns:a16="http://schemas.microsoft.com/office/drawing/2014/main" id="{2A97F59D-628C-4053-B41F-489D0045F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 useBgFill="1">
        <p:nvSpPr>
          <p:cNvPr id="3095" name="Rectangle 3094">
            <a:extLst>
              <a:ext uri="{FF2B5EF4-FFF2-40B4-BE49-F238E27FC236}">
                <a16:creationId xmlns:a16="http://schemas.microsoft.com/office/drawing/2014/main" id="{BA75F4A0-FEAF-4F1B-9C48-7688BF9D4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7" name="Freeform: Shape 3096">
            <a:extLst>
              <a:ext uri="{FF2B5EF4-FFF2-40B4-BE49-F238E27FC236}">
                <a16:creationId xmlns:a16="http://schemas.microsoft.com/office/drawing/2014/main" id="{F1EC79F3-0DE6-47BA-9C5C-039C54F4A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 flipH="1">
            <a:off x="1730653" y="-921117"/>
            <a:ext cx="1756584" cy="4408488"/>
          </a:xfrm>
          <a:custGeom>
            <a:avLst/>
            <a:gdLst>
              <a:gd name="connsiteX0" fmla="*/ 1756584 w 1756584"/>
              <a:gd name="connsiteY0" fmla="*/ 4408488 h 4408488"/>
              <a:gd name="connsiteX1" fmla="*/ 1756584 w 1756584"/>
              <a:gd name="connsiteY1" fmla="*/ 0 h 4408488"/>
              <a:gd name="connsiteX2" fmla="*/ 1350810 w 1756584"/>
              <a:gd name="connsiteY2" fmla="*/ 0 h 4408488"/>
              <a:gd name="connsiteX3" fmla="*/ 1350810 w 1756584"/>
              <a:gd name="connsiteY3" fmla="*/ 4024068 h 4408488"/>
              <a:gd name="connsiteX4" fmla="*/ 0 w 1756584"/>
              <a:gd name="connsiteY4" fmla="*/ 4023445 h 4408488"/>
              <a:gd name="connsiteX5" fmla="*/ 0 w 1756584"/>
              <a:gd name="connsiteY5" fmla="*/ 4408488 h 440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6584" h="4408488">
                <a:moveTo>
                  <a:pt x="1756584" y="4408488"/>
                </a:moveTo>
                <a:lnTo>
                  <a:pt x="1756584" y="0"/>
                </a:lnTo>
                <a:lnTo>
                  <a:pt x="1350810" y="0"/>
                </a:lnTo>
                <a:lnTo>
                  <a:pt x="1350810" y="4024068"/>
                </a:lnTo>
                <a:lnTo>
                  <a:pt x="0" y="4023445"/>
                </a:lnTo>
                <a:lnTo>
                  <a:pt x="0" y="4408488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099" name="Freeform: Shape 3098">
            <a:extLst>
              <a:ext uri="{FF2B5EF4-FFF2-40B4-BE49-F238E27FC236}">
                <a16:creationId xmlns:a16="http://schemas.microsoft.com/office/drawing/2014/main" id="{C86C2B07-2A41-4CB1-9C51-F037AF417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 flipV="1">
            <a:off x="8673443" y="2182330"/>
            <a:ext cx="1755930" cy="4408488"/>
          </a:xfrm>
          <a:custGeom>
            <a:avLst/>
            <a:gdLst>
              <a:gd name="connsiteX0" fmla="*/ 0 w 1755930"/>
              <a:gd name="connsiteY0" fmla="*/ 4023420 h 4408488"/>
              <a:gd name="connsiteX1" fmla="*/ 1 w 1755930"/>
              <a:gd name="connsiteY1" fmla="*/ 4408488 h 4408488"/>
              <a:gd name="connsiteX2" fmla="*/ 1755930 w 1755930"/>
              <a:gd name="connsiteY2" fmla="*/ 4408488 h 4408488"/>
              <a:gd name="connsiteX3" fmla="*/ 1755930 w 1755930"/>
              <a:gd name="connsiteY3" fmla="*/ 0 h 4408488"/>
              <a:gd name="connsiteX4" fmla="*/ 1350156 w 1755930"/>
              <a:gd name="connsiteY4" fmla="*/ 0 h 4408488"/>
              <a:gd name="connsiteX5" fmla="*/ 1350156 w 1755930"/>
              <a:gd name="connsiteY5" fmla="*/ 4023628 h 440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5930" h="4408488">
                <a:moveTo>
                  <a:pt x="0" y="4023420"/>
                </a:moveTo>
                <a:lnTo>
                  <a:pt x="1" y="4408488"/>
                </a:lnTo>
                <a:lnTo>
                  <a:pt x="1755930" y="4408488"/>
                </a:lnTo>
                <a:lnTo>
                  <a:pt x="1755930" y="0"/>
                </a:lnTo>
                <a:lnTo>
                  <a:pt x="1350156" y="0"/>
                </a:lnTo>
                <a:lnTo>
                  <a:pt x="1350156" y="4023628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cs-CZ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6170F140-5177-55C6-34AD-A120DF123A02}"/>
              </a:ext>
            </a:extLst>
          </p:cNvPr>
          <p:cNvSpPr txBox="1"/>
          <p:nvPr/>
        </p:nvSpPr>
        <p:spPr>
          <a:xfrm>
            <a:off x="1219201" y="1123486"/>
            <a:ext cx="9639868" cy="3516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r>
              <a:rPr lang="en-US" b="1">
                <a:solidFill>
                  <a:schemeClr val="tx2"/>
                </a:solidFill>
              </a:rPr>
              <a:t>Kontrolní součet (Checksum)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Princip:</a:t>
            </a:r>
            <a:r>
              <a:rPr lang="en-US">
                <a:solidFill>
                  <a:schemeClr val="tx2"/>
                </a:solidFill>
              </a:rPr>
              <a:t> Kontrolní součet je hodnota vypočítaná ze série datových bitů. Odesílatel data rozdělí do bloků, sečte hodnoty těchto bloků a výsledek připojí k datům jako kontrolní součet.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Použití:</a:t>
            </a:r>
            <a:r>
              <a:rPr lang="en-US">
                <a:solidFill>
                  <a:schemeClr val="tx2"/>
                </a:solidFill>
              </a:rPr>
              <a:t> Příjemce vypočítá kontrolní součet na základě přijatých dat a porovná jej s kontrolním součtem, který byl přenesen. Pokud se hodnoty neshodují, byla během přenosu způsobena chyba.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Omezení:</a:t>
            </a:r>
            <a:r>
              <a:rPr lang="en-US">
                <a:solidFill>
                  <a:schemeClr val="tx2"/>
                </a:solidFill>
              </a:rPr>
              <a:t> Kontrolní součet může být méně efektivní při detekci malých změn v datech, protože se jedná o základní matematickou operaci.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endParaRPr lang="en-US">
              <a:solidFill>
                <a:schemeClr val="tx2"/>
              </a:solidFill>
            </a:endParaRPr>
          </a:p>
        </p:txBody>
      </p:sp>
      <p:sp>
        <p:nvSpPr>
          <p:cNvPr id="3101" name="Rectangle 3100">
            <a:extLst>
              <a:ext uri="{FF2B5EF4-FFF2-40B4-BE49-F238E27FC236}">
                <a16:creationId xmlns:a16="http://schemas.microsoft.com/office/drawing/2014/main" id="{A3F67AAC-C977-4759-A5C8-6BC998F96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6453386"/>
            <a:ext cx="12191998" cy="40461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3082" name="Picture 10" descr="Error Detection Code - Checksum - GeeksforGeeks">
            <a:extLst>
              <a:ext uri="{FF2B5EF4-FFF2-40B4-BE49-F238E27FC236}">
                <a16:creationId xmlns:a16="http://schemas.microsoft.com/office/drawing/2014/main" id="{96B8948D-6114-2E12-C5FB-5A81C7ED7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95" y="4434905"/>
            <a:ext cx="4781550" cy="13049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7136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2793B903-AB42-42A0-AE97-93D3666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1D868099-6145-4BC0-A5EA-74BEF1776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Cyclic Redundancy Check in C ᐅ Instruction + program code 2024!">
            <a:extLst>
              <a:ext uri="{FF2B5EF4-FFF2-40B4-BE49-F238E27FC236}">
                <a16:creationId xmlns:a16="http://schemas.microsoft.com/office/drawing/2014/main" id="{27966651-9890-9DF1-C895-58119978C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275" y="1488268"/>
            <a:ext cx="6900380" cy="388146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E0BD09DE-3AEF-A556-6C78-4899EA31FE01}"/>
              </a:ext>
            </a:extLst>
          </p:cNvPr>
          <p:cNvSpPr txBox="1"/>
          <p:nvPr/>
        </p:nvSpPr>
        <p:spPr>
          <a:xfrm>
            <a:off x="8471423" y="2286000"/>
            <a:ext cx="3053039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r>
              <a:rPr lang="en-US" sz="1200" b="1">
                <a:solidFill>
                  <a:schemeClr val="tx2"/>
                </a:solidFill>
              </a:rPr>
              <a:t>Cyclic Redundancy Check (CRC)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200" b="1">
                <a:solidFill>
                  <a:schemeClr val="tx2"/>
                </a:solidFill>
              </a:rPr>
              <a:t>Princip:</a:t>
            </a:r>
            <a:r>
              <a:rPr lang="en-US" sz="1200">
                <a:solidFill>
                  <a:schemeClr val="tx2"/>
                </a:solidFill>
              </a:rPr>
              <a:t> CRC je sofistikovanější metoda, která používá </a:t>
            </a:r>
            <a:r>
              <a:rPr lang="en-US" sz="1200" b="1">
                <a:solidFill>
                  <a:schemeClr val="tx2"/>
                </a:solidFill>
              </a:rPr>
              <a:t>polynomiální dělení</a:t>
            </a:r>
            <a:r>
              <a:rPr lang="en-US" sz="1200">
                <a:solidFill>
                  <a:schemeClr val="tx2"/>
                </a:solidFill>
              </a:rPr>
              <a:t> k detekci chyb. Data jsou považována za dlouhé binární číslo, které se dělí předem definovaným polynomem. Zbytek po tomto dělení je připojen k datům jako kontrolní hodnota.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200" b="1">
                <a:solidFill>
                  <a:schemeClr val="tx2"/>
                </a:solidFill>
              </a:rPr>
              <a:t>Použití:</a:t>
            </a:r>
            <a:r>
              <a:rPr lang="en-US" sz="1200">
                <a:solidFill>
                  <a:schemeClr val="tx2"/>
                </a:solidFill>
              </a:rPr>
              <a:t> Příjemce provede stejné polynomiální dělení a pokud zbytek není nulový, data byla během přenosu poškozena.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200" b="1">
                <a:solidFill>
                  <a:schemeClr val="tx2"/>
                </a:solidFill>
              </a:rPr>
              <a:t>Výhody:</a:t>
            </a:r>
            <a:r>
              <a:rPr lang="en-US" sz="1200">
                <a:solidFill>
                  <a:schemeClr val="tx2"/>
                </a:solidFill>
              </a:rPr>
              <a:t> CRC je velmi účinná při detekci náhodných chyb a používá se široce v síťové komunikaci a úložištích dat.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200" b="1">
                <a:solidFill>
                  <a:schemeClr val="tx2"/>
                </a:solidFill>
              </a:rPr>
              <a:t>Omezení:</a:t>
            </a:r>
            <a:r>
              <a:rPr lang="en-US" sz="1200">
                <a:solidFill>
                  <a:schemeClr val="tx2"/>
                </a:solidFill>
              </a:rPr>
              <a:t> I když CRC je vysoce spolehlivá, nedokáže opravovat chyby, pouze je detekovat.</a:t>
            </a:r>
          </a:p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4107" name="Freeform 6">
            <a:extLst>
              <a:ext uri="{FF2B5EF4-FFF2-40B4-BE49-F238E27FC236}">
                <a16:creationId xmlns:a16="http://schemas.microsoft.com/office/drawing/2014/main" id="{CC1026F7-DECB-49B4-A565-518BBA445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983434" y="640080"/>
            <a:ext cx="2296028" cy="3674981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3151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říznutí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TM10001105[[fn=Oříznutí]]</Template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Oříznutí</vt:lpstr>
      <vt:lpstr>Přenos dat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Hendrych</dc:creator>
  <cp:revision>1</cp:revision>
  <dcterms:created xsi:type="dcterms:W3CDTF">2024-10-14T17:08:38Z</dcterms:created>
  <dcterms:modified xsi:type="dcterms:W3CDTF">2024-11-26T08:19:06Z</dcterms:modified>
</cp:coreProperties>
</file>