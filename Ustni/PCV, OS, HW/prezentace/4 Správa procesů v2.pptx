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8" r:id="rId15"/>
    <p:sldId id="269" r:id="rId16"/>
    <p:sldId id="270" r:id="rId17"/>
    <p:sldId id="271" r:id="rId18"/>
    <p:sldId id="265" r:id="rId19"/>
    <p:sldId id="267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A5CEAA-6E5A-0DA8-CFEA-15B7CFCFADB9}" v="325" dt="2024-11-01T16:55:47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4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jtěch Šíma" userId="S::it2126@sspu-opava.cz::6bbd2c04-2c9a-4cb1-9647-d07cf75585d8" providerId="AD" clId="Web-{D542BAE0-B5BF-3CE9-82CF-3483A13A75C1}"/>
    <pc:docChg chg="modSld sldOrd">
      <pc:chgData name="Vojtěch Šíma" userId="S::it2126@sspu-opava.cz::6bbd2c04-2c9a-4cb1-9647-d07cf75585d8" providerId="AD" clId="Web-{D542BAE0-B5BF-3CE9-82CF-3483A13A75C1}" dt="2024-10-14T18:07:52.340" v="54" actId="20577"/>
      <pc:docMkLst>
        <pc:docMk/>
      </pc:docMkLst>
      <pc:sldChg chg="modSp">
        <pc:chgData name="Vojtěch Šíma" userId="S::it2126@sspu-opava.cz::6bbd2c04-2c9a-4cb1-9647-d07cf75585d8" providerId="AD" clId="Web-{D542BAE0-B5BF-3CE9-82CF-3483A13A75C1}" dt="2024-10-14T18:01:13.026" v="7" actId="20577"/>
        <pc:sldMkLst>
          <pc:docMk/>
          <pc:sldMk cId="491436849" sldId="257"/>
        </pc:sldMkLst>
        <pc:spChg chg="mod">
          <ac:chgData name="Vojtěch Šíma" userId="S::it2126@sspu-opava.cz::6bbd2c04-2c9a-4cb1-9647-d07cf75585d8" providerId="AD" clId="Web-{D542BAE0-B5BF-3CE9-82CF-3483A13A75C1}" dt="2024-10-14T18:01:13.026" v="7" actId="20577"/>
          <ac:spMkLst>
            <pc:docMk/>
            <pc:sldMk cId="491436849" sldId="257"/>
            <ac:spMk id="3" creationId="{BFD4B586-9B15-3266-8E87-331AD1D90C5E}"/>
          </ac:spMkLst>
        </pc:spChg>
      </pc:sldChg>
      <pc:sldChg chg="modSp">
        <pc:chgData name="Vojtěch Šíma" userId="S::it2126@sspu-opava.cz::6bbd2c04-2c9a-4cb1-9647-d07cf75585d8" providerId="AD" clId="Web-{D542BAE0-B5BF-3CE9-82CF-3483A13A75C1}" dt="2024-10-14T18:01:36.137" v="9" actId="20577"/>
        <pc:sldMkLst>
          <pc:docMk/>
          <pc:sldMk cId="3648462425" sldId="258"/>
        </pc:sldMkLst>
        <pc:spChg chg="mod">
          <ac:chgData name="Vojtěch Šíma" userId="S::it2126@sspu-opava.cz::6bbd2c04-2c9a-4cb1-9647-d07cf75585d8" providerId="AD" clId="Web-{D542BAE0-B5BF-3CE9-82CF-3483A13A75C1}" dt="2024-10-14T18:01:36.137" v="9" actId="20577"/>
          <ac:spMkLst>
            <pc:docMk/>
            <pc:sldMk cId="3648462425" sldId="258"/>
            <ac:spMk id="3" creationId="{13BBD0FA-15C4-993B-A6FA-6A554A7A02B7}"/>
          </ac:spMkLst>
        </pc:spChg>
      </pc:sldChg>
      <pc:sldChg chg="modSp">
        <pc:chgData name="Vojtěch Šíma" userId="S::it2126@sspu-opava.cz::6bbd2c04-2c9a-4cb1-9647-d07cf75585d8" providerId="AD" clId="Web-{D542BAE0-B5BF-3CE9-82CF-3483A13A75C1}" dt="2024-10-14T18:02:07.404" v="14" actId="20577"/>
        <pc:sldMkLst>
          <pc:docMk/>
          <pc:sldMk cId="852328783" sldId="259"/>
        </pc:sldMkLst>
        <pc:spChg chg="mod">
          <ac:chgData name="Vojtěch Šíma" userId="S::it2126@sspu-opava.cz::6bbd2c04-2c9a-4cb1-9647-d07cf75585d8" providerId="AD" clId="Web-{D542BAE0-B5BF-3CE9-82CF-3483A13A75C1}" dt="2024-10-14T18:02:07.404" v="14" actId="20577"/>
          <ac:spMkLst>
            <pc:docMk/>
            <pc:sldMk cId="852328783" sldId="259"/>
            <ac:spMk id="44" creationId="{D4D1BB6B-8221-2454-FEAC-A28EFA612041}"/>
          </ac:spMkLst>
        </pc:spChg>
      </pc:sldChg>
      <pc:sldChg chg="modSp">
        <pc:chgData name="Vojtěch Šíma" userId="S::it2126@sspu-opava.cz::6bbd2c04-2c9a-4cb1-9647-d07cf75585d8" providerId="AD" clId="Web-{D542BAE0-B5BF-3CE9-82CF-3483A13A75C1}" dt="2024-10-14T18:02:55.140" v="23" actId="20577"/>
        <pc:sldMkLst>
          <pc:docMk/>
          <pc:sldMk cId="1882047328" sldId="260"/>
        </pc:sldMkLst>
        <pc:spChg chg="mod">
          <ac:chgData name="Vojtěch Šíma" userId="S::it2126@sspu-opava.cz::6bbd2c04-2c9a-4cb1-9647-d07cf75585d8" providerId="AD" clId="Web-{D542BAE0-B5BF-3CE9-82CF-3483A13A75C1}" dt="2024-10-14T18:02:55.140" v="23" actId="20577"/>
          <ac:spMkLst>
            <pc:docMk/>
            <pc:sldMk cId="1882047328" sldId="260"/>
            <ac:spMk id="3" creationId="{B122C874-AF61-B35F-D3ED-F8FAB207C29C}"/>
          </ac:spMkLst>
        </pc:spChg>
      </pc:sldChg>
      <pc:sldChg chg="modSp">
        <pc:chgData name="Vojtěch Šíma" userId="S::it2126@sspu-opava.cz::6bbd2c04-2c9a-4cb1-9647-d07cf75585d8" providerId="AD" clId="Web-{D542BAE0-B5BF-3CE9-82CF-3483A13A75C1}" dt="2024-10-14T18:03:52.533" v="28" actId="20577"/>
        <pc:sldMkLst>
          <pc:docMk/>
          <pc:sldMk cId="44645543" sldId="261"/>
        </pc:sldMkLst>
        <pc:spChg chg="mod">
          <ac:chgData name="Vojtěch Šíma" userId="S::it2126@sspu-opava.cz::6bbd2c04-2c9a-4cb1-9647-d07cf75585d8" providerId="AD" clId="Web-{D542BAE0-B5BF-3CE9-82CF-3483A13A75C1}" dt="2024-10-14T18:03:52.533" v="28" actId="20577"/>
          <ac:spMkLst>
            <pc:docMk/>
            <pc:sldMk cId="44645543" sldId="261"/>
            <ac:spMk id="3" creationId="{69B33E35-FC15-883B-28E3-128EF2F9AE96}"/>
          </ac:spMkLst>
        </pc:spChg>
      </pc:sldChg>
      <pc:sldChg chg="modSp">
        <pc:chgData name="Vojtěch Šíma" userId="S::it2126@sspu-opava.cz::6bbd2c04-2c9a-4cb1-9647-d07cf75585d8" providerId="AD" clId="Web-{D542BAE0-B5BF-3CE9-82CF-3483A13A75C1}" dt="2024-10-14T18:05:19.271" v="37" actId="20577"/>
        <pc:sldMkLst>
          <pc:docMk/>
          <pc:sldMk cId="3063145998" sldId="262"/>
        </pc:sldMkLst>
        <pc:spChg chg="mod">
          <ac:chgData name="Vojtěch Šíma" userId="S::it2126@sspu-opava.cz::6bbd2c04-2c9a-4cb1-9647-d07cf75585d8" providerId="AD" clId="Web-{D542BAE0-B5BF-3CE9-82CF-3483A13A75C1}" dt="2024-10-14T18:05:19.271" v="37" actId="20577"/>
          <ac:spMkLst>
            <pc:docMk/>
            <pc:sldMk cId="3063145998" sldId="262"/>
            <ac:spMk id="3" creationId="{E20A7114-C1D8-3DE6-D5C4-F2087E7B7178}"/>
          </ac:spMkLst>
        </pc:spChg>
      </pc:sldChg>
      <pc:sldChg chg="modSp">
        <pc:chgData name="Vojtěch Šíma" userId="S::it2126@sspu-opava.cz::6bbd2c04-2c9a-4cb1-9647-d07cf75585d8" providerId="AD" clId="Web-{D542BAE0-B5BF-3CE9-82CF-3483A13A75C1}" dt="2024-10-14T18:05:59.601" v="44" actId="20577"/>
        <pc:sldMkLst>
          <pc:docMk/>
          <pc:sldMk cId="1027415930" sldId="263"/>
        </pc:sldMkLst>
        <pc:spChg chg="mod">
          <ac:chgData name="Vojtěch Šíma" userId="S::it2126@sspu-opava.cz::6bbd2c04-2c9a-4cb1-9647-d07cf75585d8" providerId="AD" clId="Web-{D542BAE0-B5BF-3CE9-82CF-3483A13A75C1}" dt="2024-10-14T18:05:59.601" v="44" actId="20577"/>
          <ac:spMkLst>
            <pc:docMk/>
            <pc:sldMk cId="1027415930" sldId="263"/>
            <ac:spMk id="3" creationId="{5ECF47BB-2BBF-86A3-B7F5-8510650E4A55}"/>
          </ac:spMkLst>
        </pc:spChg>
      </pc:sldChg>
      <pc:sldChg chg="modSp">
        <pc:chgData name="Vojtěch Šíma" userId="S::it2126@sspu-opava.cz::6bbd2c04-2c9a-4cb1-9647-d07cf75585d8" providerId="AD" clId="Web-{D542BAE0-B5BF-3CE9-82CF-3483A13A75C1}" dt="2024-10-14T18:07:04.806" v="49" actId="20577"/>
        <pc:sldMkLst>
          <pc:docMk/>
          <pc:sldMk cId="2069852084" sldId="264"/>
        </pc:sldMkLst>
        <pc:spChg chg="mod">
          <ac:chgData name="Vojtěch Šíma" userId="S::it2126@sspu-opava.cz::6bbd2c04-2c9a-4cb1-9647-d07cf75585d8" providerId="AD" clId="Web-{D542BAE0-B5BF-3CE9-82CF-3483A13A75C1}" dt="2024-10-14T18:07:04.806" v="49" actId="20577"/>
          <ac:spMkLst>
            <pc:docMk/>
            <pc:sldMk cId="2069852084" sldId="264"/>
            <ac:spMk id="3" creationId="{32296B12-303D-3714-FBA7-28B758BA4F2B}"/>
          </ac:spMkLst>
        </pc:spChg>
      </pc:sldChg>
      <pc:sldChg chg="modSp ord">
        <pc:chgData name="Vojtěch Šíma" userId="S::it2126@sspu-opava.cz::6bbd2c04-2c9a-4cb1-9647-d07cf75585d8" providerId="AD" clId="Web-{D542BAE0-B5BF-3CE9-82CF-3483A13A75C1}" dt="2024-10-14T18:07:52.340" v="54" actId="20577"/>
        <pc:sldMkLst>
          <pc:docMk/>
          <pc:sldMk cId="2347951043" sldId="266"/>
        </pc:sldMkLst>
        <pc:spChg chg="mod">
          <ac:chgData name="Vojtěch Šíma" userId="S::it2126@sspu-opava.cz::6bbd2c04-2c9a-4cb1-9647-d07cf75585d8" providerId="AD" clId="Web-{D542BAE0-B5BF-3CE9-82CF-3483A13A75C1}" dt="2024-10-14T18:07:52.340" v="54" actId="20577"/>
          <ac:spMkLst>
            <pc:docMk/>
            <pc:sldMk cId="2347951043" sldId="266"/>
            <ac:spMk id="3108" creationId="{46697876-8341-D072-9658-5B3C6B0026A1}"/>
          </ac:spMkLst>
        </pc:spChg>
      </pc:sldChg>
    </pc:docChg>
  </pc:docChgLst>
  <pc:docChgLst>
    <pc:chgData name="Vojtěch Šíma" userId="S::it2126@sspu-opava.cz::6bbd2c04-2c9a-4cb1-9647-d07cf75585d8" providerId="AD" clId="Web-{BBA5CEAA-6E5A-0DA8-CFEA-15B7CFCFADB9}"/>
    <pc:docChg chg="addSld modSld sldOrd">
      <pc:chgData name="Vojtěch Šíma" userId="S::it2126@sspu-opava.cz::6bbd2c04-2c9a-4cb1-9647-d07cf75585d8" providerId="AD" clId="Web-{BBA5CEAA-6E5A-0DA8-CFEA-15B7CFCFADB9}" dt="2024-11-01T16:55:47.416" v="280" actId="20577"/>
      <pc:docMkLst>
        <pc:docMk/>
      </pc:docMkLst>
      <pc:sldChg chg="addSp modSp">
        <pc:chgData name="Vojtěch Šíma" userId="S::it2126@sspu-opava.cz::6bbd2c04-2c9a-4cb1-9647-d07cf75585d8" providerId="AD" clId="Web-{BBA5CEAA-6E5A-0DA8-CFEA-15B7CFCFADB9}" dt="2024-11-01T16:54:57.383" v="275" actId="20577"/>
        <pc:sldMkLst>
          <pc:docMk/>
          <pc:sldMk cId="44645543" sldId="261"/>
        </pc:sldMkLst>
        <pc:spChg chg="add mod">
          <ac:chgData name="Vojtěch Šíma" userId="S::it2126@sspu-opava.cz::6bbd2c04-2c9a-4cb1-9647-d07cf75585d8" providerId="AD" clId="Web-{BBA5CEAA-6E5A-0DA8-CFEA-15B7CFCFADB9}" dt="2024-11-01T16:54:57.383" v="275" actId="20577"/>
          <ac:spMkLst>
            <pc:docMk/>
            <pc:sldMk cId="44645543" sldId="261"/>
            <ac:spMk id="5" creationId="{86914D64-7C33-E502-6EA0-A37C8E8D592F}"/>
          </ac:spMkLst>
        </pc:spChg>
      </pc:sldChg>
      <pc:sldChg chg="ord">
        <pc:chgData name="Vojtěch Šíma" userId="S::it2126@sspu-opava.cz::6bbd2c04-2c9a-4cb1-9647-d07cf75585d8" providerId="AD" clId="Web-{BBA5CEAA-6E5A-0DA8-CFEA-15B7CFCFADB9}" dt="2024-11-01T16:33:19.717" v="1"/>
        <pc:sldMkLst>
          <pc:docMk/>
          <pc:sldMk cId="2347951043" sldId="266"/>
        </pc:sldMkLst>
      </pc:sldChg>
      <pc:sldChg chg="addSp delSp modSp new mod setBg">
        <pc:chgData name="Vojtěch Šíma" userId="S::it2126@sspu-opava.cz::6bbd2c04-2c9a-4cb1-9647-d07cf75585d8" providerId="AD" clId="Web-{BBA5CEAA-6E5A-0DA8-CFEA-15B7CFCFADB9}" dt="2024-11-01T16:55:37.822" v="278" actId="20577"/>
        <pc:sldMkLst>
          <pc:docMk/>
          <pc:sldMk cId="3566430954" sldId="268"/>
        </pc:sldMkLst>
        <pc:spChg chg="mod">
          <ac:chgData name="Vojtěch Šíma" userId="S::it2126@sspu-opava.cz::6bbd2c04-2c9a-4cb1-9647-d07cf75585d8" providerId="AD" clId="Web-{BBA5CEAA-6E5A-0DA8-CFEA-15B7CFCFADB9}" dt="2024-11-01T16:40:52.861" v="124"/>
          <ac:spMkLst>
            <pc:docMk/>
            <pc:sldMk cId="3566430954" sldId="268"/>
            <ac:spMk id="2" creationId="{05CFDC46-CB7B-BBBD-73FE-4AD72FE6FC76}"/>
          </ac:spMkLst>
        </pc:spChg>
        <pc:spChg chg="mod">
          <ac:chgData name="Vojtěch Šíma" userId="S::it2126@sspu-opava.cz::6bbd2c04-2c9a-4cb1-9647-d07cf75585d8" providerId="AD" clId="Web-{BBA5CEAA-6E5A-0DA8-CFEA-15B7CFCFADB9}" dt="2024-11-01T16:55:37.822" v="278" actId="20577"/>
          <ac:spMkLst>
            <pc:docMk/>
            <pc:sldMk cId="3566430954" sldId="268"/>
            <ac:spMk id="3" creationId="{6B8B0E4A-D290-5D65-5058-B32230F72D91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0:36.360" v="121"/>
          <ac:spMkLst>
            <pc:docMk/>
            <pc:sldMk cId="3566430954" sldId="268"/>
            <ac:spMk id="9" creationId="{058A14AF-9FB5-4CC7-BA35-E8E85D3EDF0E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0:36.360" v="121"/>
          <ac:spMkLst>
            <pc:docMk/>
            <pc:sldMk cId="3566430954" sldId="268"/>
            <ac:spMk id="11" creationId="{3A9A4357-BD1D-4622-A4FE-766E6AB8DE84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0:36.360" v="121"/>
          <ac:spMkLst>
            <pc:docMk/>
            <pc:sldMk cId="3566430954" sldId="268"/>
            <ac:spMk id="13" creationId="{E659831F-0D9A-4C63-9EBB-8435B85A440F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0:36.360" v="121"/>
          <ac:spMkLst>
            <pc:docMk/>
            <pc:sldMk cId="3566430954" sldId="268"/>
            <ac:spMk id="15" creationId="{E6995CE5-F890-4ABA-82A2-26507CE8D2A3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0:30.578" v="118"/>
          <ac:spMkLst>
            <pc:docMk/>
            <pc:sldMk cId="3566430954" sldId="268"/>
            <ac:spMk id="20" creationId="{77C59BEC-C4CC-4741-B975-08C543178D3D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0:30.578" v="118"/>
          <ac:spMkLst>
            <pc:docMk/>
            <pc:sldMk cId="3566430954" sldId="268"/>
            <ac:spMk id="22" creationId="{72DEF309-605D-4117-9340-6D589B6C3A34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0:30.578" v="118"/>
          <ac:spMkLst>
            <pc:docMk/>
            <pc:sldMk cId="3566430954" sldId="268"/>
            <ac:spMk id="24" creationId="{A7B99495-F43F-4D80-A44F-2CB4764EB90B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0:36.344" v="120"/>
          <ac:spMkLst>
            <pc:docMk/>
            <pc:sldMk cId="3566430954" sldId="268"/>
            <ac:spMk id="26" creationId="{45D37F4E-DDB4-456B-97E0-9937730A039F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0:36.344" v="120"/>
          <ac:spMkLst>
            <pc:docMk/>
            <pc:sldMk cId="3566430954" sldId="268"/>
            <ac:spMk id="27" creationId="{B2DD41CD-8F47-4F56-AD12-4E2FF7696987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0:52.861" v="124"/>
          <ac:spMkLst>
            <pc:docMk/>
            <pc:sldMk cId="3566430954" sldId="268"/>
            <ac:spMk id="29" creationId="{1E020063-2385-44AC-BD67-258E1F0B9FCE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0:52.861" v="124"/>
          <ac:spMkLst>
            <pc:docMk/>
            <pc:sldMk cId="3566430954" sldId="268"/>
            <ac:spMk id="35" creationId="{7E014A0B-5338-4077-AFE9-A90D04D4492B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0:52.782" v="123"/>
          <ac:spMkLst>
            <pc:docMk/>
            <pc:sldMk cId="3566430954" sldId="268"/>
            <ac:spMk id="43" creationId="{1E020063-2385-44AC-BD67-258E1F0B9FCE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0:52.782" v="123"/>
          <ac:spMkLst>
            <pc:docMk/>
            <pc:sldMk cId="3566430954" sldId="268"/>
            <ac:spMk id="45" creationId="{7E014A0B-5338-4077-AFE9-A90D04D4492B}"/>
          </ac:spMkLst>
        </pc:spChg>
        <pc:spChg chg="add">
          <ac:chgData name="Vojtěch Šíma" userId="S::it2126@sspu-opava.cz::6bbd2c04-2c9a-4cb1-9647-d07cf75585d8" providerId="AD" clId="Web-{BBA5CEAA-6E5A-0DA8-CFEA-15B7CFCFADB9}" dt="2024-11-01T16:40:52.861" v="124"/>
          <ac:spMkLst>
            <pc:docMk/>
            <pc:sldMk cId="3566430954" sldId="268"/>
            <ac:spMk id="59" creationId="{7FF47CB7-972F-479F-A36D-9E72D26EC8DA}"/>
          </ac:spMkLst>
        </pc:spChg>
        <pc:spChg chg="add">
          <ac:chgData name="Vojtěch Šíma" userId="S::it2126@sspu-opava.cz::6bbd2c04-2c9a-4cb1-9647-d07cf75585d8" providerId="AD" clId="Web-{BBA5CEAA-6E5A-0DA8-CFEA-15B7CFCFADB9}" dt="2024-11-01T16:40:52.861" v="124"/>
          <ac:spMkLst>
            <pc:docMk/>
            <pc:sldMk cId="3566430954" sldId="268"/>
            <ac:spMk id="60" creationId="{0D153B68-5844-490D-8E67-F616D6D721CA}"/>
          </ac:spMkLst>
        </pc:spChg>
        <pc:spChg chg="add">
          <ac:chgData name="Vojtěch Šíma" userId="S::it2126@sspu-opava.cz::6bbd2c04-2c9a-4cb1-9647-d07cf75585d8" providerId="AD" clId="Web-{BBA5CEAA-6E5A-0DA8-CFEA-15B7CFCFADB9}" dt="2024-11-01T16:40:52.861" v="124"/>
          <ac:spMkLst>
            <pc:docMk/>
            <pc:sldMk cId="3566430954" sldId="268"/>
            <ac:spMk id="61" creationId="{9A0D773F-7A7D-4DBB-9DEA-86BB8B8F4BC8}"/>
          </ac:spMkLst>
        </pc:spChg>
        <pc:grpChg chg="add del">
          <ac:chgData name="Vojtěch Šíma" userId="S::it2126@sspu-opava.cz::6bbd2c04-2c9a-4cb1-9647-d07cf75585d8" providerId="AD" clId="Web-{BBA5CEAA-6E5A-0DA8-CFEA-15B7CFCFADB9}" dt="2024-11-01T16:40:52.861" v="124"/>
          <ac:grpSpMkLst>
            <pc:docMk/>
            <pc:sldMk cId="3566430954" sldId="268"/>
            <ac:grpSpMk id="30" creationId="{466920E5-8640-4C24-A775-8647637094A7}"/>
          </ac:grpSpMkLst>
        </pc:grpChg>
        <pc:grpChg chg="add del">
          <ac:chgData name="Vojtěch Šíma" userId="S::it2126@sspu-opava.cz::6bbd2c04-2c9a-4cb1-9647-d07cf75585d8" providerId="AD" clId="Web-{BBA5CEAA-6E5A-0DA8-CFEA-15B7CFCFADB9}" dt="2024-11-01T16:40:52.861" v="124"/>
          <ac:grpSpMkLst>
            <pc:docMk/>
            <pc:sldMk cId="3566430954" sldId="268"/>
            <ac:grpSpMk id="36" creationId="{78127680-150F-4A90-9950-F66392578116}"/>
          </ac:grpSpMkLst>
        </pc:grpChg>
        <pc:grpChg chg="add del">
          <ac:chgData name="Vojtěch Šíma" userId="S::it2126@sspu-opava.cz::6bbd2c04-2c9a-4cb1-9647-d07cf75585d8" providerId="AD" clId="Web-{BBA5CEAA-6E5A-0DA8-CFEA-15B7CFCFADB9}" dt="2024-11-01T16:40:52.782" v="123"/>
          <ac:grpSpMkLst>
            <pc:docMk/>
            <pc:sldMk cId="3566430954" sldId="268"/>
            <ac:grpSpMk id="47" creationId="{78127680-150F-4A90-9950-F66392578116}"/>
          </ac:grpSpMkLst>
        </pc:grpChg>
        <pc:grpChg chg="add del">
          <ac:chgData name="Vojtěch Šíma" userId="S::it2126@sspu-opava.cz::6bbd2c04-2c9a-4cb1-9647-d07cf75585d8" providerId="AD" clId="Web-{BBA5CEAA-6E5A-0DA8-CFEA-15B7CFCFADB9}" dt="2024-11-01T16:40:52.782" v="123"/>
          <ac:grpSpMkLst>
            <pc:docMk/>
            <pc:sldMk cId="3566430954" sldId="268"/>
            <ac:grpSpMk id="53" creationId="{466920E5-8640-4C24-A775-8647637094A7}"/>
          </ac:grpSpMkLst>
        </pc:grpChg>
        <pc:picChg chg="add mod">
          <ac:chgData name="Vojtěch Šíma" userId="S::it2126@sspu-opava.cz::6bbd2c04-2c9a-4cb1-9647-d07cf75585d8" providerId="AD" clId="Web-{BBA5CEAA-6E5A-0DA8-CFEA-15B7CFCFADB9}" dt="2024-11-01T16:49:04.400" v="183" actId="1076"/>
          <ac:picMkLst>
            <pc:docMk/>
            <pc:sldMk cId="3566430954" sldId="268"/>
            <ac:picMk id="4" creationId="{27704A2C-E9F1-572D-1E2F-E8195D4FF203}"/>
          </ac:picMkLst>
        </pc:picChg>
      </pc:sldChg>
      <pc:sldChg chg="addSp modSp new mod setBg">
        <pc:chgData name="Vojtěch Šíma" userId="S::it2126@sspu-opava.cz::6bbd2c04-2c9a-4cb1-9647-d07cf75585d8" providerId="AD" clId="Web-{BBA5CEAA-6E5A-0DA8-CFEA-15B7CFCFADB9}" dt="2024-11-01T16:55:47.416" v="280" actId="20577"/>
        <pc:sldMkLst>
          <pc:docMk/>
          <pc:sldMk cId="110106348" sldId="269"/>
        </pc:sldMkLst>
        <pc:spChg chg="mod">
          <ac:chgData name="Vojtěch Šíma" userId="S::it2126@sspu-opava.cz::6bbd2c04-2c9a-4cb1-9647-d07cf75585d8" providerId="AD" clId="Web-{BBA5CEAA-6E5A-0DA8-CFEA-15B7CFCFADB9}" dt="2024-11-01T16:43:50.837" v="138"/>
          <ac:spMkLst>
            <pc:docMk/>
            <pc:sldMk cId="110106348" sldId="269"/>
            <ac:spMk id="2" creationId="{913D5D99-30B5-95F6-12EA-7592F5812707}"/>
          </ac:spMkLst>
        </pc:spChg>
        <pc:spChg chg="mod ord">
          <ac:chgData name="Vojtěch Šíma" userId="S::it2126@sspu-opava.cz::6bbd2c04-2c9a-4cb1-9647-d07cf75585d8" providerId="AD" clId="Web-{BBA5CEAA-6E5A-0DA8-CFEA-15B7CFCFADB9}" dt="2024-11-01T16:55:47.416" v="280" actId="20577"/>
          <ac:spMkLst>
            <pc:docMk/>
            <pc:sldMk cId="110106348" sldId="269"/>
            <ac:spMk id="3" creationId="{93C03404-18FC-797D-48B7-94A2B96D6F61}"/>
          </ac:spMkLst>
        </pc:spChg>
        <pc:spChg chg="add">
          <ac:chgData name="Vojtěch Šíma" userId="S::it2126@sspu-opava.cz::6bbd2c04-2c9a-4cb1-9647-d07cf75585d8" providerId="AD" clId="Web-{BBA5CEAA-6E5A-0DA8-CFEA-15B7CFCFADB9}" dt="2024-11-01T16:43:50.837" v="138"/>
          <ac:spMkLst>
            <pc:docMk/>
            <pc:sldMk cId="110106348" sldId="269"/>
            <ac:spMk id="9" creationId="{637B2035-1FCB-439A-B421-095E136C7E07}"/>
          </ac:spMkLst>
        </pc:spChg>
        <pc:spChg chg="add">
          <ac:chgData name="Vojtěch Šíma" userId="S::it2126@sspu-opava.cz::6bbd2c04-2c9a-4cb1-9647-d07cf75585d8" providerId="AD" clId="Web-{BBA5CEAA-6E5A-0DA8-CFEA-15B7CFCFADB9}" dt="2024-11-01T16:43:50.837" v="138"/>
          <ac:spMkLst>
            <pc:docMk/>
            <pc:sldMk cId="110106348" sldId="269"/>
            <ac:spMk id="11" creationId="{676D6CDF-C512-4739-B158-55EE955EFA39}"/>
          </ac:spMkLst>
        </pc:spChg>
        <pc:picChg chg="add mod">
          <ac:chgData name="Vojtěch Šíma" userId="S::it2126@sspu-opava.cz::6bbd2c04-2c9a-4cb1-9647-d07cf75585d8" providerId="AD" clId="Web-{BBA5CEAA-6E5A-0DA8-CFEA-15B7CFCFADB9}" dt="2024-11-01T16:43:50.837" v="138"/>
          <ac:picMkLst>
            <pc:docMk/>
            <pc:sldMk cId="110106348" sldId="269"/>
            <ac:picMk id="4" creationId="{CD8D84FB-880A-D4FE-970F-396185427B84}"/>
          </ac:picMkLst>
        </pc:picChg>
      </pc:sldChg>
      <pc:sldChg chg="addSp delSp modSp new mod setBg">
        <pc:chgData name="Vojtěch Šíma" userId="S::it2126@sspu-opava.cz::6bbd2c04-2c9a-4cb1-9647-d07cf75585d8" providerId="AD" clId="Web-{BBA5CEAA-6E5A-0DA8-CFEA-15B7CFCFADB9}" dt="2024-11-01T16:48:45.540" v="175" actId="20577"/>
        <pc:sldMkLst>
          <pc:docMk/>
          <pc:sldMk cId="1876983720" sldId="270"/>
        </pc:sldMkLst>
        <pc:spChg chg="mod">
          <ac:chgData name="Vojtěch Šíma" userId="S::it2126@sspu-opava.cz::6bbd2c04-2c9a-4cb1-9647-d07cf75585d8" providerId="AD" clId="Web-{BBA5CEAA-6E5A-0DA8-CFEA-15B7CFCFADB9}" dt="2024-11-01T16:48:18.367" v="171"/>
          <ac:spMkLst>
            <pc:docMk/>
            <pc:sldMk cId="1876983720" sldId="270"/>
            <ac:spMk id="2" creationId="{FC15E581-1A3C-E3F0-158B-BACC20E2D2E2}"/>
          </ac:spMkLst>
        </pc:spChg>
        <pc:spChg chg="mod ord">
          <ac:chgData name="Vojtěch Šíma" userId="S::it2126@sspu-opava.cz::6bbd2c04-2c9a-4cb1-9647-d07cf75585d8" providerId="AD" clId="Web-{BBA5CEAA-6E5A-0DA8-CFEA-15B7CFCFADB9}" dt="2024-11-01T16:48:45.540" v="175" actId="20577"/>
          <ac:spMkLst>
            <pc:docMk/>
            <pc:sldMk cId="1876983720" sldId="270"/>
            <ac:spMk id="3" creationId="{6349DC7D-316D-063F-D8D3-77C2D72A41A0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8:18.367" v="171"/>
          <ac:spMkLst>
            <pc:docMk/>
            <pc:sldMk cId="1876983720" sldId="270"/>
            <ac:spMk id="9" creationId="{058A14AF-9FB5-4CC7-BA35-E8E85D3EDF0E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8:18.367" v="171"/>
          <ac:spMkLst>
            <pc:docMk/>
            <pc:sldMk cId="1876983720" sldId="270"/>
            <ac:spMk id="11" creationId="{3A9A4357-BD1D-4622-A4FE-766E6AB8DE84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8:18.367" v="171"/>
          <ac:spMkLst>
            <pc:docMk/>
            <pc:sldMk cId="1876983720" sldId="270"/>
            <ac:spMk id="13" creationId="{E659831F-0D9A-4C63-9EBB-8435B85A440F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48:18.367" v="171"/>
          <ac:spMkLst>
            <pc:docMk/>
            <pc:sldMk cId="1876983720" sldId="270"/>
            <ac:spMk id="15" creationId="{E6995CE5-F890-4ABA-82A2-26507CE8D2A3}"/>
          </ac:spMkLst>
        </pc:spChg>
        <pc:spChg chg="add">
          <ac:chgData name="Vojtěch Šíma" userId="S::it2126@sspu-opava.cz::6bbd2c04-2c9a-4cb1-9647-d07cf75585d8" providerId="AD" clId="Web-{BBA5CEAA-6E5A-0DA8-CFEA-15B7CFCFADB9}" dt="2024-11-01T16:48:18.367" v="171"/>
          <ac:spMkLst>
            <pc:docMk/>
            <pc:sldMk cId="1876983720" sldId="270"/>
            <ac:spMk id="20" creationId="{F541DB91-0B10-46D9-B34B-7BFF9602606D}"/>
          </ac:spMkLst>
        </pc:spChg>
        <pc:spChg chg="add">
          <ac:chgData name="Vojtěch Šíma" userId="S::it2126@sspu-opava.cz::6bbd2c04-2c9a-4cb1-9647-d07cf75585d8" providerId="AD" clId="Web-{BBA5CEAA-6E5A-0DA8-CFEA-15B7CFCFADB9}" dt="2024-11-01T16:48:18.367" v="171"/>
          <ac:spMkLst>
            <pc:docMk/>
            <pc:sldMk cId="1876983720" sldId="270"/>
            <ac:spMk id="22" creationId="{9CF7FE1C-8BC5-4B0C-A2BC-93AB72C90FDD}"/>
          </ac:spMkLst>
        </pc:spChg>
        <pc:picChg chg="add mod">
          <ac:chgData name="Vojtěch Šíma" userId="S::it2126@sspu-opava.cz::6bbd2c04-2c9a-4cb1-9647-d07cf75585d8" providerId="AD" clId="Web-{BBA5CEAA-6E5A-0DA8-CFEA-15B7CFCFADB9}" dt="2024-11-01T16:48:18.367" v="171"/>
          <ac:picMkLst>
            <pc:docMk/>
            <pc:sldMk cId="1876983720" sldId="270"/>
            <ac:picMk id="4" creationId="{85C45443-0BC2-6C33-83DF-D0547B427C9F}"/>
          </ac:picMkLst>
        </pc:picChg>
      </pc:sldChg>
      <pc:sldChg chg="addSp delSp modSp new mod setBg">
        <pc:chgData name="Vojtěch Šíma" userId="S::it2126@sspu-opava.cz::6bbd2c04-2c9a-4cb1-9647-d07cf75585d8" providerId="AD" clId="Web-{BBA5CEAA-6E5A-0DA8-CFEA-15B7CFCFADB9}" dt="2024-11-01T16:52:51.612" v="201" actId="20577"/>
        <pc:sldMkLst>
          <pc:docMk/>
          <pc:sldMk cId="2586428944" sldId="271"/>
        </pc:sldMkLst>
        <pc:spChg chg="mod">
          <ac:chgData name="Vojtěch Šíma" userId="S::it2126@sspu-opava.cz::6bbd2c04-2c9a-4cb1-9647-d07cf75585d8" providerId="AD" clId="Web-{BBA5CEAA-6E5A-0DA8-CFEA-15B7CFCFADB9}" dt="2024-11-01T16:52:18.955" v="197"/>
          <ac:spMkLst>
            <pc:docMk/>
            <pc:sldMk cId="2586428944" sldId="271"/>
            <ac:spMk id="2" creationId="{FD4E611D-9257-AA7D-74E3-0D2C695CE145}"/>
          </ac:spMkLst>
        </pc:spChg>
        <pc:spChg chg="mod ord">
          <ac:chgData name="Vojtěch Šíma" userId="S::it2126@sspu-opava.cz::6bbd2c04-2c9a-4cb1-9647-d07cf75585d8" providerId="AD" clId="Web-{BBA5CEAA-6E5A-0DA8-CFEA-15B7CFCFADB9}" dt="2024-11-01T16:52:51.612" v="201" actId="20577"/>
          <ac:spMkLst>
            <pc:docMk/>
            <pc:sldMk cId="2586428944" sldId="271"/>
            <ac:spMk id="3" creationId="{250F1CD7-33FF-9268-6B80-30ADD2ABCCA5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52:08.829" v="195"/>
          <ac:spMkLst>
            <pc:docMk/>
            <pc:sldMk cId="2586428944" sldId="271"/>
            <ac:spMk id="9" creationId="{F541DB91-0B10-46D9-B34B-7BFF9602606D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52:08.829" v="195"/>
          <ac:spMkLst>
            <pc:docMk/>
            <pc:sldMk cId="2586428944" sldId="271"/>
            <ac:spMk id="11" creationId="{9CF7FE1C-8BC5-4B0C-A2BC-93AB72C90FDD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52:18.955" v="197"/>
          <ac:spMkLst>
            <pc:docMk/>
            <pc:sldMk cId="2586428944" sldId="271"/>
            <ac:spMk id="18" creationId="{B6FACB3C-9069-4791-BC5C-0DB7CD19B853}"/>
          </ac:spMkLst>
        </pc:spChg>
        <pc:spChg chg="add del">
          <ac:chgData name="Vojtěch Šíma" userId="S::it2126@sspu-opava.cz::6bbd2c04-2c9a-4cb1-9647-d07cf75585d8" providerId="AD" clId="Web-{BBA5CEAA-6E5A-0DA8-CFEA-15B7CFCFADB9}" dt="2024-11-01T16:52:18.955" v="197"/>
          <ac:spMkLst>
            <pc:docMk/>
            <pc:sldMk cId="2586428944" sldId="271"/>
            <ac:spMk id="19" creationId="{71F2038E-D777-4B76-81DD-DD13EE91B9DD}"/>
          </ac:spMkLst>
        </pc:spChg>
        <pc:spChg chg="add">
          <ac:chgData name="Vojtěch Šíma" userId="S::it2126@sspu-opava.cz::6bbd2c04-2c9a-4cb1-9647-d07cf75585d8" providerId="AD" clId="Web-{BBA5CEAA-6E5A-0DA8-CFEA-15B7CFCFADB9}" dt="2024-11-01T16:52:18.955" v="197"/>
          <ac:spMkLst>
            <pc:docMk/>
            <pc:sldMk cId="2586428944" sldId="271"/>
            <ac:spMk id="24" creationId="{F821940F-7A1D-4ACC-85B4-A932898ABB37}"/>
          </ac:spMkLst>
        </pc:spChg>
        <pc:spChg chg="add">
          <ac:chgData name="Vojtěch Šíma" userId="S::it2126@sspu-opava.cz::6bbd2c04-2c9a-4cb1-9647-d07cf75585d8" providerId="AD" clId="Web-{BBA5CEAA-6E5A-0DA8-CFEA-15B7CFCFADB9}" dt="2024-11-01T16:52:18.955" v="197"/>
          <ac:spMkLst>
            <pc:docMk/>
            <pc:sldMk cId="2586428944" sldId="271"/>
            <ac:spMk id="26" creationId="{16674508-81D3-48CF-96BF-7FC60EAA572A}"/>
          </ac:spMkLst>
        </pc:spChg>
        <pc:grpChg chg="add del">
          <ac:chgData name="Vojtěch Šíma" userId="S::it2126@sspu-opava.cz::6bbd2c04-2c9a-4cb1-9647-d07cf75585d8" providerId="AD" clId="Web-{BBA5CEAA-6E5A-0DA8-CFEA-15B7CFCFADB9}" dt="2024-11-01T16:52:18.955" v="197"/>
          <ac:grpSpMkLst>
            <pc:docMk/>
            <pc:sldMk cId="2586428944" sldId="271"/>
            <ac:grpSpMk id="13" creationId="{DD354807-230F-4402-B1B9-F733A8F1F190}"/>
          </ac:grpSpMkLst>
        </pc:grpChg>
        <pc:picChg chg="add mod">
          <ac:chgData name="Vojtěch Šíma" userId="S::it2126@sspu-opava.cz::6bbd2c04-2c9a-4cb1-9647-d07cf75585d8" providerId="AD" clId="Web-{BBA5CEAA-6E5A-0DA8-CFEA-15B7CFCFADB9}" dt="2024-11-01T16:52:18.955" v="197"/>
          <ac:picMkLst>
            <pc:docMk/>
            <pc:sldMk cId="2586428944" sldId="271"/>
            <ac:picMk id="4" creationId="{D60FE2D3-D790-3616-0FF8-9EA5A2FD22E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CE512-3AAD-4654-943F-D26C79ED62D7}" type="datetimeFigureOut">
              <a:rPr lang="cs-CZ" smtClean="0"/>
              <a:t>01.11.2024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4D0A1-FCA0-4E48-AA9F-72A247A2BE80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33219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4D0A1-FCA0-4E48-AA9F-72A247A2BE80}" type="slidenum">
              <a:rPr lang="cs-CZ" smtClean="0"/>
              <a:t>7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53354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15CFDD-48A2-0678-46DB-6E3A9B6F7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0F82DFE-9304-047C-7A25-74FCC28B1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2003CE2-059C-A85E-06E9-7CB0769E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E83B-2B11-42D8-86F2-6354B208515D}" type="datetimeFigureOut">
              <a:rPr lang="cs-CZ" smtClean="0"/>
              <a:t>01.11.2024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6A5CD16-C787-88F1-1720-2ED5E0D70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3C44C7-D258-8AFA-B276-972EE697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3B91A-C710-4E3F-B16A-88274D61933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0582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58CF1D-0118-2C54-2CE0-94146E552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730A12-13F4-AA25-62D6-590BE51AF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87FDC93-62A7-B075-8468-A562AE401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E83B-2B11-42D8-86F2-6354B208515D}" type="datetimeFigureOut">
              <a:rPr lang="cs-CZ" smtClean="0"/>
              <a:t>01.11.2024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48D4F11-DF29-109D-D21C-6DB2ACB8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CB3D303-8D1F-63FB-AA8E-64DDE6E25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3B91A-C710-4E3F-B16A-88274D61933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1383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331BBC-16E8-D297-4D8B-1676EC025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DD73E66-739B-6A81-F594-3F576D3C0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D141E4-E2EF-7530-FCF9-8629981F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E83B-2B11-42D8-86F2-6354B208515D}" type="datetimeFigureOut">
              <a:rPr lang="cs-CZ" smtClean="0"/>
              <a:t>01.11.2024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456EE8F-52FC-05C4-ADFC-1DA0A0AD4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D4BEAD7-E267-C3E2-B985-8A799247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3B91A-C710-4E3F-B16A-88274D61933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12269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D155E9-883D-F65B-9655-2B80277A1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9A9FFF1-AD4F-B64A-097F-6CE0796F0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11BE89D1-6AFF-01E1-D86A-D8FBA52A3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8B804DE-8832-18FF-D420-4B11C22A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E83B-2B11-42D8-86F2-6354B208515D}" type="datetimeFigureOut">
              <a:rPr lang="cs-CZ" smtClean="0"/>
              <a:t>01.11.2024</a:t>
            </a:fld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D83F33B-32BC-95A9-33E2-4082A47E1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E3D18F0-C955-0181-D68A-7510EABE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3B91A-C710-4E3F-B16A-88274D61933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22416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0A23BB-CF12-74F9-A1A3-8BEE78B6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19AC9B6-EECF-F334-88D9-911F288DA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A741976-B0DF-36AB-BEF6-376EC2F76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4DBBA94-8D93-ECFE-6001-0FC7781B5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5A11E61-46FF-8ED1-5CAB-FC93360740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49D5B24-9A62-1EC4-D8A3-98358813C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E83B-2B11-42D8-86F2-6354B208515D}" type="datetimeFigureOut">
              <a:rPr lang="cs-CZ" smtClean="0"/>
              <a:t>01.11.2024</a:t>
            </a:fld>
            <a:endParaRPr lang="cs-CZ" dirty="0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AF172314-6671-168D-4D53-0AE1C70B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50ACCE0-5586-0A42-172D-B9F0188DF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3B91A-C710-4E3F-B16A-88274D61933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95365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FAF934-FC56-9AD2-0FFD-77FDB3513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328F73B-9FEE-04D0-C185-26E547840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E83B-2B11-42D8-86F2-6354B208515D}" type="datetimeFigureOut">
              <a:rPr lang="cs-CZ" smtClean="0"/>
              <a:t>01.11.2024</a:t>
            </a:fld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CEB95C6-2C93-FE00-4A26-A14AA872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690AE34-95E0-6DED-D289-CBB37761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3B91A-C710-4E3F-B16A-88274D61933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8230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9EB5184-A1EF-EB91-E370-C4C2A063E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E83B-2B11-42D8-86F2-6354B208515D}" type="datetimeFigureOut">
              <a:rPr lang="cs-CZ" smtClean="0"/>
              <a:t>01.11.2024</a:t>
            </a:fld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8062214-EFF2-4FF5-48BB-B854EDAB2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5554464-69DD-6BDC-F926-1530ED05B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3B91A-C710-4E3F-B16A-88274D61933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4521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059241-1659-66ED-374E-87581087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69E32A1-2639-8F0E-3DA0-7124F25AB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37AB41D-AE67-D503-19ED-020504BB9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3C7A580-6A31-CD47-B994-E0F5C7938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E83B-2B11-42D8-86F2-6354B208515D}" type="datetimeFigureOut">
              <a:rPr lang="cs-CZ" smtClean="0"/>
              <a:t>01.11.2024</a:t>
            </a:fld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7EA5DBE-093A-D7B3-D598-C15B2E949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7CF5729-95CB-044E-31CB-732017F38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3B91A-C710-4E3F-B16A-88274D61933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21908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8283DF-5118-F949-0FBB-F93BC900D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29E9D30-4F28-31E7-F134-7E2CE724B7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B12D5B7-862C-C963-DADF-B6F913A87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47EB932-485D-4C83-F324-3CEA176C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E83B-2B11-42D8-86F2-6354B208515D}" type="datetimeFigureOut">
              <a:rPr lang="cs-CZ" smtClean="0"/>
              <a:t>01.11.2024</a:t>
            </a:fld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72B40D4-1BBC-B7C2-E4A5-B18313C0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128822B-CC60-EB0D-2CA8-0CDC2ED40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3B91A-C710-4E3F-B16A-88274D61933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66976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88403B-B1A5-0A25-7484-A60F7564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452FC12-E354-E343-438F-2F09F3D1E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B307F34-A4F7-2DC3-4325-1A805FCD0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E83B-2B11-42D8-86F2-6354B208515D}" type="datetimeFigureOut">
              <a:rPr lang="cs-CZ" smtClean="0"/>
              <a:t>01.11.2024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301CD4E-2CF8-7FAE-EE49-6AA3215B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85CC231-A49D-4888-0507-6E55673F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3B91A-C710-4E3F-B16A-88274D61933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91972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AA5140B-96B5-097A-0709-0D7BCD975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18058E2-C11D-BF82-2F45-895024FF3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1BB6EF-AAB9-E4FD-71E0-3253315B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CE83B-2B11-42D8-86F2-6354B208515D}" type="datetimeFigureOut">
              <a:rPr lang="cs-CZ" smtClean="0"/>
              <a:t>01.11.2024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993048A-10D1-1524-A006-52169F7F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78D91AD-1141-13BF-6E43-933910C0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3B91A-C710-4E3F-B16A-88274D61933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62419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3D6556E-4856-06D7-658B-51130DD5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F6049EB-5073-14DB-4722-D38E4E468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A4B5AEB-15A0-0AB8-69A9-27D882DFF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7CE83B-2B11-42D8-86F2-6354B208515D}" type="datetimeFigureOut">
              <a:rPr lang="cs-CZ" smtClean="0"/>
              <a:t>01.11.2024</a:t>
            </a:fld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EA7CBA2-69E9-5B5E-56EA-39458D5D7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EA04039-6DAA-7C44-B4DB-5F23C3FDD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3B91A-C710-4E3F-B16A-88274D61933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53482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LwMl9qK4T8?feature=oembe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operating_system/os_processes.htm" TargetMode="External"/><Relationship Id="rId2" Type="http://schemas.openxmlformats.org/officeDocument/2006/relationships/hyperlink" Target="https://www.processmodel.com/blog/what-is-a-proces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9A8AC61-DEDE-4607-63E5-95982E2C5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cs-CZ" sz="4000" dirty="0">
                <a:solidFill>
                  <a:schemeClr val="tx2"/>
                </a:solidFill>
              </a:rPr>
              <a:t>Správa procesů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E775F9C-7F44-0D7D-FDF8-BE6359D07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cs-CZ" sz="2000" dirty="0">
                <a:solidFill>
                  <a:schemeClr val="tx2"/>
                </a:solidFill>
              </a:rPr>
              <a:t>Vojtěch Šíma</a:t>
            </a:r>
          </a:p>
        </p:txBody>
      </p:sp>
      <p:pic>
        <p:nvPicPr>
          <p:cNvPr id="20" name="Graphic 6" descr="Hierarchie">
            <a:extLst>
              <a:ext uri="{FF2B5EF4-FFF2-40B4-BE49-F238E27FC236}">
                <a16:creationId xmlns:a16="http://schemas.microsoft.com/office/drawing/2014/main" id="{F157B57F-3F9C-FC2C-DF5D-768D45687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01232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8" name="Picture 4" descr="Print a List of Currently Running Processes in Windows 11 / 10 / 8 / 7  Password Recovery | Password Recovery">
            <a:extLst>
              <a:ext uri="{FF2B5EF4-FFF2-40B4-BE49-F238E27FC236}">
                <a16:creationId xmlns:a16="http://schemas.microsoft.com/office/drawing/2014/main" id="{392D739F-001F-2017-7F66-DC329A69C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3" r="1" b="1"/>
          <a:stretch/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2D2F039-FEE9-5008-AE1D-F01D9928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cs-CZ" sz="4000" b="1" dirty="0"/>
              <a:t>Co je proces?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D4B586-9B15-3266-8E87-331AD1D90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941190" cy="3742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b="1" dirty="0"/>
              <a:t>Proces</a:t>
            </a:r>
            <a:r>
              <a:rPr lang="cs-CZ" sz="2000" dirty="0"/>
              <a:t> je </a:t>
            </a:r>
            <a:r>
              <a:rPr lang="cs-CZ" sz="2000" dirty="0">
                <a:solidFill>
                  <a:srgbClr val="FF0000"/>
                </a:solidFill>
              </a:rPr>
              <a:t>aktivní instance</a:t>
            </a:r>
            <a:r>
              <a:rPr lang="cs-CZ" sz="2000" dirty="0"/>
              <a:t> programu, jíž operační systém přiděluje zdroje jako procesorový čas a paměť.</a:t>
            </a:r>
          </a:p>
          <a:p>
            <a:r>
              <a:rPr lang="cs-CZ" sz="2000" dirty="0"/>
              <a:t>Procesy umožňují </a:t>
            </a:r>
            <a:r>
              <a:rPr lang="cs-CZ" sz="2000" dirty="0">
                <a:solidFill>
                  <a:srgbClr val="FF0000"/>
                </a:solidFill>
              </a:rPr>
              <a:t>efektivní a bezpečné</a:t>
            </a:r>
            <a:r>
              <a:rPr lang="cs-CZ" sz="2000" dirty="0"/>
              <a:t> provádění více úloh současně.</a:t>
            </a:r>
            <a:endParaRPr lang="cs-CZ" sz="3200" dirty="0"/>
          </a:p>
        </p:txBody>
      </p:sp>
    </p:spTree>
    <p:extLst>
      <p:ext uri="{BB962C8B-B14F-4D97-AF65-F5344CB8AC3E}">
        <p14:creationId xmlns:p14="http://schemas.microsoft.com/office/powerpoint/2010/main" val="491436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 descr="What is the difference between Process and Thread?">
            <a:extLst>
              <a:ext uri="{FF2B5EF4-FFF2-40B4-BE49-F238E27FC236}">
                <a16:creationId xmlns:a16="http://schemas.microsoft.com/office/drawing/2014/main" id="{99BC214D-B70C-03B2-235F-1857E4533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"/>
          <a:stretch/>
        </p:blipFill>
        <p:spPr bwMode="auto">
          <a:xfrm>
            <a:off x="3695130" y="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110C890-D0EA-31E1-391B-8F522827F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 dirty="0" err="1"/>
              <a:t>Vztah</a:t>
            </a:r>
            <a:r>
              <a:rPr lang="en-US" sz="4000" b="1" dirty="0"/>
              <a:t> </a:t>
            </a:r>
            <a:r>
              <a:rPr lang="en-US" sz="4000" b="1" dirty="0" err="1"/>
              <a:t>procesu</a:t>
            </a:r>
            <a:r>
              <a:rPr lang="en-US" sz="4000" b="1" dirty="0"/>
              <a:t> a </a:t>
            </a:r>
            <a:r>
              <a:rPr lang="en-US" sz="4000" b="1" dirty="0" err="1"/>
              <a:t>vlákna</a:t>
            </a:r>
            <a:r>
              <a:rPr lang="en-US" sz="4000" b="1" dirty="0"/>
              <a:t> (thread)</a:t>
            </a:r>
            <a:endParaRPr lang="cs-CZ" sz="4000" b="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BBD0FA-15C4-993B-A6FA-6A554A7A0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285" y="2434201"/>
            <a:ext cx="3822189" cy="3742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b="1" dirty="0"/>
              <a:t>Proces</a:t>
            </a:r>
            <a:r>
              <a:rPr lang="cs-CZ" sz="2000" dirty="0"/>
              <a:t> se skládá z jednoho nebo více vláken, která sdílejí systémové zdroje, ale </a:t>
            </a:r>
            <a:r>
              <a:rPr lang="cs-CZ" sz="2000" dirty="0">
                <a:solidFill>
                  <a:srgbClr val="FF0000"/>
                </a:solidFill>
              </a:rPr>
              <a:t>každé vlákno může být prováděno nezávisle</a:t>
            </a:r>
            <a:r>
              <a:rPr lang="cs-CZ" sz="2000" dirty="0"/>
              <a:t>, což umožňuje paralelní zpracování úloh uvnitř jednoho procesu.</a:t>
            </a:r>
          </a:p>
          <a:p>
            <a:r>
              <a:rPr lang="cs-CZ" sz="2000" dirty="0"/>
              <a:t>Každé </a:t>
            </a:r>
            <a:r>
              <a:rPr lang="cs-CZ" sz="2000" b="1" dirty="0"/>
              <a:t>vlákno</a:t>
            </a:r>
            <a:r>
              <a:rPr lang="cs-CZ" sz="2000" dirty="0"/>
              <a:t> v rámci procesu může mít vlastní programový čítač, stav registrů a zásobník, což </a:t>
            </a:r>
            <a:r>
              <a:rPr lang="cs-CZ" sz="2000" dirty="0">
                <a:solidFill>
                  <a:srgbClr val="FF0000"/>
                </a:solidFill>
              </a:rPr>
              <a:t>zjednodušuje správu</a:t>
            </a:r>
            <a:r>
              <a:rPr lang="cs-CZ" sz="2000" dirty="0"/>
              <a:t> kontextu během multitaskingu.</a:t>
            </a:r>
          </a:p>
        </p:txBody>
      </p:sp>
    </p:spTree>
    <p:extLst>
      <p:ext uri="{BB962C8B-B14F-4D97-AF65-F5344CB8AC3E}">
        <p14:creationId xmlns:p14="http://schemas.microsoft.com/office/powerpoint/2010/main" val="3648462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FD7E583-53D6-1423-9A79-005E0F968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cs-CZ" sz="4800" b="1"/>
              <a:t>Základní parametry procesu</a:t>
            </a:r>
            <a:endParaRPr lang="cs-CZ" sz="4800" b="1" dirty="0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Zástupný obsah 2">
            <a:extLst>
              <a:ext uri="{FF2B5EF4-FFF2-40B4-BE49-F238E27FC236}">
                <a16:creationId xmlns:a16="http://schemas.microsoft.com/office/drawing/2014/main" id="{D4D1BB6B-8221-2454-FEAC-A28EFA612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cs-CZ" sz="2000" b="1" dirty="0"/>
              <a:t>Jádro operačního systému</a:t>
            </a:r>
            <a:r>
              <a:rPr lang="cs-CZ" sz="2000" dirty="0"/>
              <a:t> sleduje u každého procesu </a:t>
            </a:r>
            <a:r>
              <a:rPr lang="cs-CZ" sz="2000" dirty="0">
                <a:solidFill>
                  <a:srgbClr val="FF0000"/>
                </a:solidFill>
              </a:rPr>
              <a:t>klíčové parametry</a:t>
            </a:r>
            <a:r>
              <a:rPr lang="cs-CZ" sz="2000" dirty="0"/>
              <a:t>, jako jsou jeho identifikátor (PID), aktuální stav, </a:t>
            </a:r>
            <a:r>
              <a:rPr lang="cs-CZ" sz="2000" dirty="0">
                <a:solidFill>
                  <a:srgbClr val="000000"/>
                </a:solidFill>
              </a:rPr>
              <a:t>přidělené systémové zdroje a priorita</a:t>
            </a:r>
            <a:r>
              <a:rPr lang="cs-CZ" sz="2000" dirty="0"/>
              <a:t>, což umožňuje efektivní správu a plánování provádění procesů.</a:t>
            </a:r>
          </a:p>
          <a:p>
            <a:r>
              <a:rPr lang="cs-CZ" sz="2000" b="1" dirty="0"/>
              <a:t>Tyto informace</a:t>
            </a:r>
            <a:r>
              <a:rPr lang="cs-CZ" sz="2000" dirty="0"/>
              <a:t> </a:t>
            </a:r>
            <a:r>
              <a:rPr lang="cs-CZ" sz="2000" dirty="0">
                <a:solidFill>
                  <a:srgbClr val="FF0000"/>
                </a:solidFill>
              </a:rPr>
              <a:t>pomáhají jádru rozhodnout</a:t>
            </a:r>
            <a:r>
              <a:rPr lang="cs-CZ" sz="2000" dirty="0"/>
              <a:t>, kdy a jak dlouho bude proces aktivní, a zajišťuje spravedlivé rozdělení zdrojů mezi všechny běžící procesy.</a:t>
            </a:r>
          </a:p>
        </p:txBody>
      </p:sp>
      <p:pic>
        <p:nvPicPr>
          <p:cNvPr id="3076" name="Picture 4" descr="Operating System - Processes">
            <a:extLst>
              <a:ext uri="{FF2B5EF4-FFF2-40B4-BE49-F238E27FC236}">
                <a16:creationId xmlns:a16="http://schemas.microsoft.com/office/drawing/2014/main" id="{14CA5BF8-5FE2-8E79-3C3C-439FFC2F4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84184" y="2484255"/>
            <a:ext cx="2404972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7" name="Rectangle 308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28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8CA5A3F-3FC5-3004-E82D-DF0F99979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cs-CZ" sz="4800" b="1" dirty="0"/>
              <a:t>Stavy procesu</a:t>
            </a: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22C874-AF61-B35F-D3ED-F8FAB207C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cs-CZ" sz="2000" dirty="0"/>
              <a:t>Procesy </a:t>
            </a:r>
            <a:r>
              <a:rPr lang="cs-CZ" sz="2000" b="1" dirty="0">
                <a:solidFill>
                  <a:srgbClr val="000000"/>
                </a:solidFill>
              </a:rPr>
              <a:t>prochází několika stavy</a:t>
            </a:r>
            <a:r>
              <a:rPr lang="cs-CZ" sz="2000" dirty="0"/>
              <a:t>: Nový (ve fázi inicializace), </a:t>
            </a:r>
            <a:r>
              <a:rPr lang="cs-CZ" sz="2000" dirty="0">
                <a:solidFill>
                  <a:srgbClr val="FF0000"/>
                </a:solidFill>
              </a:rPr>
              <a:t>Běžící</a:t>
            </a:r>
            <a:r>
              <a:rPr lang="cs-CZ" sz="2000" dirty="0"/>
              <a:t> (aktivně zpracovávaný CPU), </a:t>
            </a:r>
            <a:r>
              <a:rPr lang="cs-CZ" sz="2000" dirty="0">
                <a:solidFill>
                  <a:srgbClr val="FF0000"/>
                </a:solidFill>
              </a:rPr>
              <a:t>Čekající</a:t>
            </a:r>
            <a:r>
              <a:rPr lang="cs-CZ" sz="2000" dirty="0"/>
              <a:t> (čeká na zdroje nebo události), </a:t>
            </a:r>
            <a:r>
              <a:rPr lang="cs-CZ" sz="2000" dirty="0">
                <a:solidFill>
                  <a:srgbClr val="FF0000"/>
                </a:solidFill>
              </a:rPr>
              <a:t>Připravený</a:t>
            </a:r>
            <a:r>
              <a:rPr lang="cs-CZ" sz="2000" dirty="0"/>
              <a:t> (čeká na přidělení CPU) a </a:t>
            </a:r>
            <a:r>
              <a:rPr lang="cs-CZ" sz="2000" dirty="0">
                <a:solidFill>
                  <a:srgbClr val="FF0000"/>
                </a:solidFill>
              </a:rPr>
              <a:t>Ukončený</a:t>
            </a:r>
            <a:r>
              <a:rPr lang="cs-CZ" sz="2000" dirty="0"/>
              <a:t> (dokončil činnost).</a:t>
            </a:r>
          </a:p>
          <a:p>
            <a:r>
              <a:rPr lang="cs-CZ" sz="2000" b="1" dirty="0"/>
              <a:t>Přechody</a:t>
            </a:r>
            <a:r>
              <a:rPr lang="cs-CZ" sz="2000" dirty="0"/>
              <a:t> mezi těmito stavy jsou klíčové pro efektivní správu procesorového času a systémových zdrojů.</a:t>
            </a:r>
          </a:p>
        </p:txBody>
      </p:sp>
      <p:pic>
        <p:nvPicPr>
          <p:cNvPr id="4100" name="Picture 4" descr="Process State Diagram | Download Scientific Diagram">
            <a:extLst>
              <a:ext uri="{FF2B5EF4-FFF2-40B4-BE49-F238E27FC236}">
                <a16:creationId xmlns:a16="http://schemas.microsoft.com/office/drawing/2014/main" id="{DA62B4B7-8562-A79C-4279-66F3A104E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3088712"/>
            <a:ext cx="5150277" cy="250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1" name="Rectangle 411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47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2375371-7BD4-58BF-A856-E61779F0F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cs-CZ" b="1" dirty="0"/>
              <a:t>Spuštění procesu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B33E35-FC15-883B-28E3-128EF2F9A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/>
              <a:t>Procesy mohou být </a:t>
            </a:r>
            <a:r>
              <a:rPr lang="cs-CZ" sz="2000" b="1" dirty="0"/>
              <a:t>spuštěny uživatelem</a:t>
            </a:r>
            <a:r>
              <a:rPr lang="cs-CZ" sz="2000" dirty="0"/>
              <a:t> (</a:t>
            </a:r>
            <a:r>
              <a:rPr lang="cs-CZ" sz="2000" dirty="0">
                <a:solidFill>
                  <a:srgbClr val="FF0000"/>
                </a:solidFill>
              </a:rPr>
              <a:t>interaktivně</a:t>
            </a:r>
            <a:r>
              <a:rPr lang="cs-CZ" sz="2000" dirty="0"/>
              <a:t>) nebo </a:t>
            </a:r>
            <a:r>
              <a:rPr lang="cs-CZ" sz="2000" b="1" dirty="0"/>
              <a:t>automaticky systémem</a:t>
            </a:r>
            <a:r>
              <a:rPr lang="cs-CZ" sz="2000" dirty="0"/>
              <a:t> (</a:t>
            </a:r>
            <a:r>
              <a:rPr lang="cs-CZ" sz="2000" dirty="0">
                <a:solidFill>
                  <a:srgbClr val="FF0000"/>
                </a:solidFill>
              </a:rPr>
              <a:t>neinteraktivně</a:t>
            </a:r>
            <a:r>
              <a:rPr lang="cs-CZ" sz="2000" dirty="0"/>
              <a:t>), což zahrnuje naplánované úlohy nebo systémové služby.</a:t>
            </a:r>
          </a:p>
          <a:p>
            <a:r>
              <a:rPr lang="cs-CZ" sz="2000" dirty="0"/>
              <a:t>Při spuštění je možné nastavit</a:t>
            </a:r>
            <a:r>
              <a:rPr lang="cs-CZ" sz="2000" dirty="0">
                <a:solidFill>
                  <a:srgbClr val="FF0000"/>
                </a:solidFill>
              </a:rPr>
              <a:t> prioritu procesu</a:t>
            </a:r>
            <a:r>
              <a:rPr lang="cs-CZ" sz="2000" dirty="0"/>
              <a:t>, která ovlivní, jak často a jak dlouho bude procesu přidělován procesor.</a:t>
            </a:r>
          </a:p>
        </p:txBody>
      </p:sp>
      <p:pic>
        <p:nvPicPr>
          <p:cNvPr id="5122" name="Picture 2" descr="Fotka „Halfway There “ ze služby Stock | Adobe Stock">
            <a:extLst>
              <a:ext uri="{FF2B5EF4-FFF2-40B4-BE49-F238E27FC236}">
                <a16:creationId xmlns:a16="http://schemas.microsoft.com/office/drawing/2014/main" id="{47A2760B-AE49-5A95-DEE8-A1A480744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54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ál 3">
            <a:extLst>
              <a:ext uri="{FF2B5EF4-FFF2-40B4-BE49-F238E27FC236}">
                <a16:creationId xmlns:a16="http://schemas.microsoft.com/office/drawing/2014/main" id="{12037F53-B0BF-5EC8-C2F8-9BBAF07215F9}"/>
              </a:ext>
            </a:extLst>
          </p:cNvPr>
          <p:cNvSpPr/>
          <p:nvPr/>
        </p:nvSpPr>
        <p:spPr>
          <a:xfrm>
            <a:off x="9926425" y="365125"/>
            <a:ext cx="1696824" cy="10300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dirty="0"/>
              <a:t>Jste v půli prezentace, doporučuji si dát pauzu. Najíst se, vyspat se a už se tady nevracet </a:t>
            </a:r>
            <a:r>
              <a:rPr lang="cs-CZ" sz="1000" dirty="0">
                <a:sym typeface="Wingdings" panose="05000000000000000000" pitchFamily="2" charset="2"/>
              </a:rPr>
              <a:t></a:t>
            </a:r>
            <a:endParaRPr lang="cs-CZ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86914D64-7C33-E502-6EA0-A37C8E8D592F}"/>
              </a:ext>
            </a:extLst>
          </p:cNvPr>
          <p:cNvSpPr txBox="1"/>
          <p:nvPr/>
        </p:nvSpPr>
        <p:spPr>
          <a:xfrm>
            <a:off x="10333972" y="1398739"/>
            <a:ext cx="12943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cs-CZ" sz="600" b="1" dirty="0">
                <a:solidFill>
                  <a:schemeClr val="bg1"/>
                </a:solidFill>
              </a:rPr>
              <a:t>&lt;-- Předtím než byla třeba přidat 4 slajdy... teď už to měnit nebudu...</a:t>
            </a:r>
          </a:p>
        </p:txBody>
      </p:sp>
    </p:spTree>
    <p:extLst>
      <p:ext uri="{BB962C8B-B14F-4D97-AF65-F5344CB8AC3E}">
        <p14:creationId xmlns:p14="http://schemas.microsoft.com/office/powerpoint/2010/main" val="44645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6" name="Rectangle 6150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Freeform: Shape 6152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5BD5F62-07A2-CE2F-F7FE-06BFDE8670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1100" y="439293"/>
            <a:ext cx="4620584" cy="2199549"/>
          </a:xfrm>
        </p:spPr>
        <p:txBody>
          <a:bodyPr>
            <a:normAutofit/>
          </a:bodyPr>
          <a:lstStyle/>
          <a:p>
            <a:pPr algn="l"/>
            <a:r>
              <a:rPr lang="pl-PL" sz="4400" b="1" dirty="0"/>
              <a:t>Přepínání mezi procesy na popředí a pozadí</a:t>
            </a:r>
            <a:endParaRPr lang="cs-CZ" sz="4400" b="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20A7114-C1D8-3DE6-D5C4-F2087E7B7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576" y="2690387"/>
            <a:ext cx="4620584" cy="28699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sz="1800" dirty="0"/>
              <a:t>Procesy </a:t>
            </a:r>
            <a:r>
              <a:rPr lang="cs-CZ" sz="1800" b="1" dirty="0"/>
              <a:t>na popředí </a:t>
            </a:r>
            <a:r>
              <a:rPr lang="cs-CZ" sz="1800" dirty="0"/>
              <a:t>umožňují uživatelskou interakci, zatímco procesy </a:t>
            </a:r>
            <a:r>
              <a:rPr lang="cs-CZ" sz="1800" b="1" dirty="0"/>
              <a:t>na pozadí</a:t>
            </a:r>
            <a:r>
              <a:rPr lang="cs-CZ" sz="1800" dirty="0"/>
              <a:t> běží skrytě a nezabírají uživatelské rozhraní.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sz="1800" b="1" dirty="0"/>
              <a:t>Operační systém</a:t>
            </a:r>
            <a:r>
              <a:rPr lang="cs-CZ" sz="1800" dirty="0"/>
              <a:t> a uživatelé mohou přepínat procesy </a:t>
            </a:r>
            <a:r>
              <a:rPr lang="cs-CZ" sz="1800" dirty="0">
                <a:solidFill>
                  <a:srgbClr val="FF0000"/>
                </a:solidFill>
              </a:rPr>
              <a:t>mezi popředím a pozadím</a:t>
            </a:r>
            <a:r>
              <a:rPr lang="cs-CZ" sz="1800" dirty="0"/>
              <a:t>, což umožňuje </a:t>
            </a:r>
            <a:r>
              <a:rPr lang="cs-CZ" sz="1800" dirty="0">
                <a:solidFill>
                  <a:srgbClr val="000000"/>
                </a:solidFill>
              </a:rPr>
              <a:t>flexibilní správu běžících aplikací. </a:t>
            </a:r>
          </a:p>
        </p:txBody>
      </p:sp>
      <p:pic>
        <p:nvPicPr>
          <p:cNvPr id="6146" name="Picture 2" descr="Solved: Too Many Background Processes on Windows 10 &amp; 11">
            <a:extLst>
              <a:ext uri="{FF2B5EF4-FFF2-40B4-BE49-F238E27FC236}">
                <a16:creationId xmlns:a16="http://schemas.microsoft.com/office/drawing/2014/main" id="{80270B1E-E662-0D89-D9B6-521EA155E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06253" y="1575645"/>
            <a:ext cx="4942280" cy="370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14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5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Freeform: Shape 1037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96E64E9-B761-EB33-BB04-C5CC85964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cs-CZ" b="1" dirty="0"/>
              <a:t>Ukončení procesu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ECF47BB-2BBF-86A3-B7F5-8510650E4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/>
              <a:t>Procesy mohou být ukončeny </a:t>
            </a:r>
            <a:r>
              <a:rPr lang="cs-CZ" sz="2000" b="1" dirty="0"/>
              <a:t>uživatelem nebo systémem </a:t>
            </a:r>
            <a:r>
              <a:rPr lang="cs-CZ" sz="2000" dirty="0"/>
              <a:t>buď normálně po dokončení úkolů, nebo </a:t>
            </a:r>
            <a:r>
              <a:rPr lang="cs-CZ" sz="2000" dirty="0">
                <a:solidFill>
                  <a:srgbClr val="FF0000"/>
                </a:solidFill>
              </a:rPr>
              <a:t>násilně</a:t>
            </a:r>
            <a:r>
              <a:rPr lang="cs-CZ" sz="2000" dirty="0"/>
              <a:t> v případě chyb nebo zablokování.</a:t>
            </a:r>
          </a:p>
          <a:p>
            <a:r>
              <a:rPr lang="cs-CZ" sz="2000" dirty="0"/>
              <a:t>Pro </a:t>
            </a:r>
            <a:r>
              <a:rPr lang="cs-CZ" sz="2000" b="1" dirty="0"/>
              <a:t>ukončení procesu</a:t>
            </a:r>
            <a:r>
              <a:rPr lang="cs-CZ" sz="2000" dirty="0"/>
              <a:t> lze také použít systémové příkazy jako „</a:t>
            </a:r>
            <a:r>
              <a:rPr lang="cs-CZ" sz="2000" dirty="0" err="1"/>
              <a:t>kill</a:t>
            </a:r>
            <a:r>
              <a:rPr lang="cs-CZ" sz="2000" dirty="0"/>
              <a:t>“.</a:t>
            </a:r>
          </a:p>
        </p:txBody>
      </p:sp>
      <p:pic>
        <p:nvPicPr>
          <p:cNvPr id="1031" name="Picture 7" descr="How to kill a process in Linux | ZDNET">
            <a:extLst>
              <a:ext uri="{FF2B5EF4-FFF2-40B4-BE49-F238E27FC236}">
                <a16:creationId xmlns:a16="http://schemas.microsoft.com/office/drawing/2014/main" id="{2596C47B-53A2-CD8D-44D5-3D9B28719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04258" y="2184914"/>
            <a:ext cx="4418723" cy="375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0" name="Freeform: Shape 103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15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8" name="Freeform: Shape 2057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BDCBD87-344C-BF20-EB7C-6809E220F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cs-CZ" b="1" dirty="0"/>
              <a:t>Úprava priority procesu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296B12-303D-3714-FBA7-28B758BA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b="1" dirty="0"/>
              <a:t>Priorita procesu</a:t>
            </a:r>
            <a:r>
              <a:rPr lang="cs-CZ" sz="2000" dirty="0"/>
              <a:t> je klíčová pro řízení přístupu k procesorovému času, přičemž </a:t>
            </a:r>
            <a:r>
              <a:rPr lang="cs-CZ" sz="2000" dirty="0">
                <a:solidFill>
                  <a:srgbClr val="FF0000"/>
                </a:solidFill>
              </a:rPr>
              <a:t>vyšší priorita </a:t>
            </a:r>
            <a:r>
              <a:rPr lang="cs-CZ" sz="2000" dirty="0"/>
              <a:t>umožňuje častější a delší zpracování.</a:t>
            </a:r>
          </a:p>
          <a:p>
            <a:r>
              <a:rPr lang="cs-CZ" sz="2000" b="1" dirty="0"/>
              <a:t>Systémové nástroje</a:t>
            </a:r>
            <a:r>
              <a:rPr lang="cs-CZ" sz="2000" dirty="0"/>
              <a:t> jako „nice“ nebo „</a:t>
            </a:r>
            <a:r>
              <a:rPr lang="cs-CZ" sz="2000" err="1"/>
              <a:t>renice“</a:t>
            </a:r>
            <a:r>
              <a:rPr lang="cs-CZ" sz="2000" err="1">
                <a:solidFill>
                  <a:srgbClr val="FF0000"/>
                </a:solidFill>
              </a:rPr>
              <a:t>umožňují</a:t>
            </a:r>
            <a:r>
              <a:rPr lang="cs-CZ" sz="2000" dirty="0">
                <a:solidFill>
                  <a:srgbClr val="FF0000"/>
                </a:solidFill>
              </a:rPr>
              <a:t> měnit prioritu procesu</a:t>
            </a:r>
            <a:r>
              <a:rPr lang="cs-CZ" sz="2000" dirty="0"/>
              <a:t>, což může pomoci zlepšit výkon kritických aplikací.</a:t>
            </a:r>
          </a:p>
        </p:txBody>
      </p:sp>
      <p:pic>
        <p:nvPicPr>
          <p:cNvPr id="2051" name="Picture 3" descr="Who lives and who dies? Process priorities on Android | by Ian Lake |  Android Developers | Medium">
            <a:extLst>
              <a:ext uri="{FF2B5EF4-FFF2-40B4-BE49-F238E27FC236}">
                <a16:creationId xmlns:a16="http://schemas.microsoft.com/office/drawing/2014/main" id="{214FB863-D954-C476-EF7A-9E9664B6F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9367" y="2991444"/>
            <a:ext cx="4788505" cy="214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0" name="Freeform: Shape 205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52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2938D5-B928-1393-BEB9-A1497F6DE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972929"/>
            <a:ext cx="4500850" cy="1616203"/>
          </a:xfrm>
        </p:spPr>
        <p:txBody>
          <a:bodyPr anchor="t">
            <a:normAutofit/>
          </a:bodyPr>
          <a:lstStyle/>
          <a:p>
            <a:r>
              <a:rPr lang="cs-CZ" sz="3200" b="1" dirty="0"/>
              <a:t>Důležité nástroje a příkazy</a:t>
            </a:r>
          </a:p>
        </p:txBody>
      </p:sp>
      <p:pic>
        <p:nvPicPr>
          <p:cNvPr id="3074" name="Picture 2" descr="Linux List Processes | Essential Commands for Task Control">
            <a:extLst>
              <a:ext uri="{FF2B5EF4-FFF2-40B4-BE49-F238E27FC236}">
                <a16:creationId xmlns:a16="http://schemas.microsoft.com/office/drawing/2014/main" id="{DB86ED2E-DBEA-27B4-F5D4-7589E0CF3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808514"/>
            <a:ext cx="4522917" cy="317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8" name="Zástupný obsah 2">
            <a:extLst>
              <a:ext uri="{FF2B5EF4-FFF2-40B4-BE49-F238E27FC236}">
                <a16:creationId xmlns:a16="http://schemas.microsoft.com/office/drawing/2014/main" id="{46697876-8341-D072-9658-5B3C6B002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978195"/>
            <a:ext cx="4027055" cy="5003113"/>
          </a:xfrm>
        </p:spPr>
        <p:txBody>
          <a:bodyPr anchor="t">
            <a:normAutofit/>
          </a:bodyPr>
          <a:lstStyle/>
          <a:p>
            <a:r>
              <a:rPr lang="cs-CZ" sz="2400" dirty="0"/>
              <a:t>„</a:t>
            </a:r>
            <a:r>
              <a:rPr lang="cs-CZ" sz="2400" err="1"/>
              <a:t>ps</a:t>
            </a:r>
            <a:r>
              <a:rPr lang="cs-CZ" sz="2400" dirty="0"/>
              <a:t>“, „top“ a „</a:t>
            </a:r>
            <a:r>
              <a:rPr lang="cs-CZ" sz="2400" err="1"/>
              <a:t>htop</a:t>
            </a:r>
            <a:r>
              <a:rPr lang="cs-CZ" sz="2400" dirty="0"/>
              <a:t>“ jsou příkazy </a:t>
            </a:r>
            <a:r>
              <a:rPr lang="cs-CZ" sz="2400" err="1"/>
              <a:t>UNIXu</a:t>
            </a:r>
            <a:r>
              <a:rPr lang="cs-CZ" sz="2400" dirty="0"/>
              <a:t>/Linuxe, které poskytují </a:t>
            </a:r>
            <a:r>
              <a:rPr lang="cs-CZ" sz="2400" dirty="0">
                <a:solidFill>
                  <a:srgbClr val="FF0000"/>
                </a:solidFill>
              </a:rPr>
              <a:t>přehled o běžících procesech </a:t>
            </a:r>
            <a:r>
              <a:rPr lang="cs-CZ" sz="2400" dirty="0"/>
              <a:t>a jejich zdrojích.</a:t>
            </a:r>
          </a:p>
          <a:p>
            <a:r>
              <a:rPr lang="cs-CZ" sz="2400" b="1" err="1"/>
              <a:t>Task</a:t>
            </a:r>
            <a:r>
              <a:rPr lang="cs-CZ" sz="2400" b="1" dirty="0"/>
              <a:t> manager</a:t>
            </a:r>
            <a:r>
              <a:rPr lang="cs-CZ" sz="2400" dirty="0"/>
              <a:t> ve Windows umožňuje grafické rozhraní pro monitoring a správu procesů, což usnadňuje uživatelům správu aplikací a diagnostiku problémů.</a:t>
            </a:r>
          </a:p>
        </p:txBody>
      </p:sp>
      <p:grpSp>
        <p:nvGrpSpPr>
          <p:cNvPr id="3109" name="Group 3091">
            <a:extLst>
              <a:ext uri="{FF2B5EF4-FFF2-40B4-BE49-F238E27FC236}">
                <a16:creationId xmlns:a16="http://schemas.microsoft.com/office/drawing/2014/main" id="{9AF08BBE-71A7-AEFC-F970-93C6BF79B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3093" name="Rectangle 3092">
              <a:extLst>
                <a:ext uri="{FF2B5EF4-FFF2-40B4-BE49-F238E27FC236}">
                  <a16:creationId xmlns:a16="http://schemas.microsoft.com/office/drawing/2014/main" id="{31C42412-D66A-A89A-CBAD-067355BA7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0" name="Rectangle 3093">
              <a:extLst>
                <a:ext uri="{FF2B5EF4-FFF2-40B4-BE49-F238E27FC236}">
                  <a16:creationId xmlns:a16="http://schemas.microsoft.com/office/drawing/2014/main" id="{19F63095-BD54-33B2-6873-1DC4DF820D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47951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42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44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5CFDC46-CB7B-BBBD-73FE-4AD72FE6F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Identifikace procesů a základní příkazy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8B0E4A-D290-5D65-5058-B32230F72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76" y="2062663"/>
            <a:ext cx="7151019" cy="454407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1600" b="1" dirty="0">
                <a:ea typeface="+mn-lt"/>
                <a:cs typeface="+mn-lt"/>
              </a:rPr>
              <a:t>PID</a:t>
            </a:r>
            <a:r>
              <a:rPr lang="cs-CZ" sz="1600" dirty="0">
                <a:ea typeface="+mn-lt"/>
                <a:cs typeface="+mn-lt"/>
              </a:rPr>
              <a:t> (</a:t>
            </a:r>
            <a:r>
              <a:rPr lang="cs-CZ" sz="1600" err="1">
                <a:ea typeface="+mn-lt"/>
                <a:cs typeface="+mn-lt"/>
              </a:rPr>
              <a:t>Process</a:t>
            </a:r>
            <a:r>
              <a:rPr lang="cs-CZ" sz="1600" dirty="0">
                <a:ea typeface="+mn-lt"/>
                <a:cs typeface="+mn-lt"/>
              </a:rPr>
              <a:t> ID): Unikátní identifikátor každého procesu.</a:t>
            </a:r>
          </a:p>
          <a:p>
            <a:r>
              <a:rPr lang="cs-CZ" sz="1600" b="1" dirty="0">
                <a:ea typeface="+mn-lt"/>
                <a:cs typeface="+mn-lt"/>
              </a:rPr>
              <a:t>PPID</a:t>
            </a:r>
            <a:r>
              <a:rPr lang="cs-CZ" sz="1600" dirty="0">
                <a:ea typeface="+mn-lt"/>
                <a:cs typeface="+mn-lt"/>
              </a:rPr>
              <a:t> (</a:t>
            </a:r>
            <a:r>
              <a:rPr lang="cs-CZ" sz="1600" err="1">
                <a:ea typeface="+mn-lt"/>
                <a:cs typeface="+mn-lt"/>
              </a:rPr>
              <a:t>Parent</a:t>
            </a:r>
            <a:r>
              <a:rPr lang="cs-CZ" sz="1600" dirty="0">
                <a:ea typeface="+mn-lt"/>
                <a:cs typeface="+mn-lt"/>
              </a:rPr>
              <a:t> </a:t>
            </a:r>
            <a:r>
              <a:rPr lang="cs-CZ" sz="1600" err="1">
                <a:ea typeface="+mn-lt"/>
                <a:cs typeface="+mn-lt"/>
              </a:rPr>
              <a:t>Process</a:t>
            </a:r>
            <a:r>
              <a:rPr lang="cs-CZ" sz="1600" dirty="0">
                <a:ea typeface="+mn-lt"/>
                <a:cs typeface="+mn-lt"/>
              </a:rPr>
              <a:t> ID): Identifikátor rodičovského procesu, který daný proces spustil</a:t>
            </a:r>
          </a:p>
          <a:p>
            <a:r>
              <a:rPr lang="cs-CZ" sz="1600" b="1" dirty="0">
                <a:ea typeface="+mn-lt"/>
                <a:cs typeface="+mn-lt"/>
              </a:rPr>
              <a:t>UID</a:t>
            </a:r>
            <a:r>
              <a:rPr lang="cs-CZ" sz="1600" dirty="0">
                <a:ea typeface="+mn-lt"/>
                <a:cs typeface="+mn-lt"/>
              </a:rPr>
              <a:t> (User ID): Identifikuje uživatele, pod kterým byl proces spuštěn, a určuje jeho oprávnění</a:t>
            </a:r>
          </a:p>
          <a:p>
            <a:r>
              <a:rPr lang="cs-CZ" sz="1600" b="1" dirty="0">
                <a:ea typeface="+mn-lt"/>
                <a:cs typeface="+mn-lt"/>
              </a:rPr>
              <a:t>UGID</a:t>
            </a:r>
            <a:r>
              <a:rPr lang="cs-CZ" sz="1600" dirty="0">
                <a:ea typeface="+mn-lt"/>
                <a:cs typeface="+mn-lt"/>
              </a:rPr>
              <a:t> (User Group ID): Skupinový identifikátor uživatele, který určuje přístupová práva v rámci skupiny</a:t>
            </a:r>
          </a:p>
          <a:p>
            <a:r>
              <a:rPr lang="cs-CZ" sz="1600" dirty="0">
                <a:ea typeface="+mn-lt"/>
                <a:cs typeface="+mn-lt"/>
              </a:rPr>
              <a:t>Proces spustíte na </a:t>
            </a:r>
            <a:r>
              <a:rPr lang="cs-CZ" sz="1600" dirty="0">
                <a:solidFill>
                  <a:srgbClr val="FF0000"/>
                </a:solidFill>
                <a:ea typeface="+mn-lt"/>
                <a:cs typeface="+mn-lt"/>
              </a:rPr>
              <a:t>popředí </a:t>
            </a:r>
            <a:r>
              <a:rPr lang="cs-CZ" sz="1600" dirty="0">
                <a:ea typeface="+mn-lt"/>
                <a:cs typeface="+mn-lt"/>
              </a:rPr>
              <a:t>jednoduchým příkazem, např. [</a:t>
            </a:r>
            <a:r>
              <a:rPr lang="cs-CZ" sz="1600" dirty="0" err="1">
                <a:ea typeface="+mn-lt"/>
                <a:cs typeface="+mn-lt"/>
              </a:rPr>
              <a:t>nazev_programu</a:t>
            </a:r>
            <a:r>
              <a:rPr lang="cs-CZ" sz="1600" dirty="0">
                <a:ea typeface="+mn-lt"/>
                <a:cs typeface="+mn-lt"/>
              </a:rPr>
              <a:t>]</a:t>
            </a:r>
          </a:p>
          <a:p>
            <a:r>
              <a:rPr lang="cs-CZ" sz="1600" dirty="0">
                <a:ea typeface="+mn-lt"/>
                <a:cs typeface="+mn-lt"/>
              </a:rPr>
              <a:t>Pro spuštění na</a:t>
            </a:r>
            <a:r>
              <a:rPr lang="cs-CZ" sz="1600" dirty="0">
                <a:solidFill>
                  <a:srgbClr val="FF0000"/>
                </a:solidFill>
                <a:ea typeface="+mn-lt"/>
                <a:cs typeface="+mn-lt"/>
              </a:rPr>
              <a:t> pozadí</a:t>
            </a:r>
            <a:r>
              <a:rPr lang="cs-CZ" sz="1600" dirty="0">
                <a:ea typeface="+mn-lt"/>
                <a:cs typeface="+mn-lt"/>
              </a:rPr>
              <a:t>, stačí přidat před příkaz &amp; např. [&amp;</a:t>
            </a:r>
            <a:r>
              <a:rPr lang="cs-CZ" sz="1600" err="1">
                <a:ea typeface="+mn-lt"/>
                <a:cs typeface="+mn-lt"/>
              </a:rPr>
              <a:t>nazev_programu</a:t>
            </a:r>
            <a:r>
              <a:rPr lang="cs-CZ" sz="1600" dirty="0">
                <a:ea typeface="+mn-lt"/>
                <a:cs typeface="+mn-lt"/>
              </a:rPr>
              <a:t>]</a:t>
            </a:r>
          </a:p>
          <a:p>
            <a:r>
              <a:rPr lang="cs-CZ" sz="1600" b="1" dirty="0">
                <a:latin typeface="Consolas"/>
                <a:ea typeface="+mn-lt"/>
                <a:cs typeface="+mn-lt"/>
              </a:rPr>
              <a:t>Ctrl + Z</a:t>
            </a:r>
            <a:r>
              <a:rPr lang="cs-CZ" sz="1600" dirty="0">
                <a:ea typeface="+mn-lt"/>
                <a:cs typeface="+mn-lt"/>
              </a:rPr>
              <a:t> pozastaví aktuální proces (např. terminálovou aplikaci) a přesune jej do stavu „pozastaveno“. Proces tím není ukončen, jen čeká na další instrukci</a:t>
            </a:r>
          </a:p>
          <a:p>
            <a:r>
              <a:rPr lang="cs-CZ" sz="1600" b="1" err="1">
                <a:latin typeface="Consolas"/>
                <a:ea typeface="+mn-lt"/>
                <a:cs typeface="+mn-lt"/>
              </a:rPr>
              <a:t>bg</a:t>
            </a:r>
            <a:r>
              <a:rPr lang="cs-CZ" sz="1600" dirty="0">
                <a:ea typeface="+mn-lt"/>
                <a:cs typeface="+mn-lt"/>
              </a:rPr>
              <a:t> (background) obnoví pozastavený proces v pozadí, kde pokračuje v běhu, aniž by blokoval terminál</a:t>
            </a:r>
          </a:p>
          <a:p>
            <a:r>
              <a:rPr lang="cs-CZ" sz="1600" b="1" err="1">
                <a:latin typeface="Consolas"/>
                <a:ea typeface="+mn-lt"/>
                <a:cs typeface="+mn-lt"/>
              </a:rPr>
              <a:t>fg</a:t>
            </a:r>
            <a:r>
              <a:rPr lang="cs-CZ" sz="1600" dirty="0">
                <a:ea typeface="+mn-lt"/>
                <a:cs typeface="+mn-lt"/>
              </a:rPr>
              <a:t> (</a:t>
            </a:r>
            <a:r>
              <a:rPr lang="cs-CZ" sz="1600" err="1">
                <a:ea typeface="+mn-lt"/>
                <a:cs typeface="+mn-lt"/>
              </a:rPr>
              <a:t>foreground</a:t>
            </a:r>
            <a:r>
              <a:rPr lang="cs-CZ" sz="1600" dirty="0">
                <a:ea typeface="+mn-lt"/>
                <a:cs typeface="+mn-lt"/>
              </a:rPr>
              <a:t>) přenese proces zpět na popředí, kde s ním může uživatel znovu interagovat</a:t>
            </a:r>
          </a:p>
          <a:p>
            <a:endParaRPr lang="cs-CZ" sz="1100">
              <a:ea typeface="+mn-lt"/>
              <a:cs typeface="+mn-lt"/>
            </a:endParaRPr>
          </a:p>
        </p:txBody>
      </p:sp>
      <p:pic>
        <p:nvPicPr>
          <p:cNvPr id="4" name="Obrázek 3" descr="How to Find Parent Process [Child Processes] PPID in Linux">
            <a:extLst>
              <a:ext uri="{FF2B5EF4-FFF2-40B4-BE49-F238E27FC236}">
                <a16:creationId xmlns:a16="http://schemas.microsoft.com/office/drawing/2014/main" id="{27704A2C-E9F1-572D-1E2F-E8195D4FF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217" y="2674345"/>
            <a:ext cx="4788505" cy="2255136"/>
          </a:xfrm>
          <a:prstGeom prst="rect">
            <a:avLst/>
          </a:prstGeom>
        </p:spPr>
      </p:pic>
      <p:sp>
        <p:nvSpPr>
          <p:cNvPr id="61" name="Freeform: Shape 4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30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13D5D99-30B5-95F6-12EA-7592F5812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cs-CZ" dirty="0">
                <a:ea typeface="+mj-lt"/>
                <a:cs typeface="+mj-lt"/>
              </a:rPr>
              <a:t>Správa a ukončování procesů</a:t>
            </a:r>
            <a:endParaRPr lang="cs-CZ" dirty="0"/>
          </a:p>
        </p:txBody>
      </p:sp>
      <p:pic>
        <p:nvPicPr>
          <p:cNvPr id="4" name="Obrázek 3" descr="Kill Commands and Signals | Linux.org">
            <a:extLst>
              <a:ext uri="{FF2B5EF4-FFF2-40B4-BE49-F238E27FC236}">
                <a16:creationId xmlns:a16="http://schemas.microsoft.com/office/drawing/2014/main" id="{CD8D84FB-880A-D4FE-970F-396185427B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29" r="7956" b="-1"/>
          <a:stretch/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C03404-18FC-797D-48B7-94A2B96D6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b="1" dirty="0">
                <a:ea typeface="+mn-lt"/>
                <a:cs typeface="+mn-lt"/>
              </a:rPr>
              <a:t>Procesy </a:t>
            </a:r>
            <a:r>
              <a:rPr lang="cs-CZ" sz="2000" dirty="0">
                <a:ea typeface="+mn-lt"/>
                <a:cs typeface="+mn-lt"/>
              </a:rPr>
              <a:t>mohou být ukončeny buď </a:t>
            </a:r>
            <a:r>
              <a:rPr lang="cs-CZ" sz="2000" dirty="0">
                <a:solidFill>
                  <a:srgbClr val="FF0000"/>
                </a:solidFill>
                <a:ea typeface="+mn-lt"/>
                <a:cs typeface="+mn-lt"/>
              </a:rPr>
              <a:t>standardně</a:t>
            </a:r>
            <a:r>
              <a:rPr lang="cs-CZ" sz="2000" dirty="0">
                <a:ea typeface="+mn-lt"/>
                <a:cs typeface="+mn-lt"/>
              </a:rPr>
              <a:t> (např. po dokončení úlohy), nebo </a:t>
            </a:r>
            <a:r>
              <a:rPr lang="cs-CZ" sz="2000" dirty="0">
                <a:solidFill>
                  <a:srgbClr val="FF0000"/>
                </a:solidFill>
                <a:ea typeface="+mn-lt"/>
                <a:cs typeface="+mn-lt"/>
              </a:rPr>
              <a:t>vynuceně</a:t>
            </a:r>
            <a:r>
              <a:rPr lang="cs-CZ" sz="2000" dirty="0">
                <a:ea typeface="+mn-lt"/>
                <a:cs typeface="+mn-lt"/>
              </a:rPr>
              <a:t>, pokud nereagují. Pro ukončení konkrétního procesu lze použít </a:t>
            </a:r>
            <a:r>
              <a:rPr lang="cs-CZ" sz="2000" b="1" dirty="0">
                <a:ea typeface="+mn-lt"/>
                <a:cs typeface="+mn-lt"/>
              </a:rPr>
              <a:t>příkaz </a:t>
            </a:r>
            <a:r>
              <a:rPr lang="cs-CZ" sz="2000" b="1" dirty="0" err="1">
                <a:latin typeface="Consolas"/>
              </a:rPr>
              <a:t>kill</a:t>
            </a:r>
            <a:r>
              <a:rPr lang="cs-CZ" sz="2000" dirty="0">
                <a:latin typeface="Consolas"/>
              </a:rPr>
              <a:t> </a:t>
            </a:r>
            <a:r>
              <a:rPr lang="cs-CZ" sz="2000" b="1" dirty="0">
                <a:latin typeface="Consolas"/>
              </a:rPr>
              <a:t>[PID]</a:t>
            </a:r>
            <a:r>
              <a:rPr lang="cs-CZ" sz="2000" dirty="0">
                <a:ea typeface="+mn-lt"/>
                <a:cs typeface="+mn-lt"/>
              </a:rPr>
              <a:t>. Pro vynucené ukončení slouží </a:t>
            </a:r>
            <a:r>
              <a:rPr lang="cs-CZ" sz="2000" b="1" dirty="0" err="1">
                <a:latin typeface="Consolas"/>
              </a:rPr>
              <a:t>kill</a:t>
            </a:r>
            <a:r>
              <a:rPr lang="cs-CZ" sz="2000" b="1" dirty="0">
                <a:latin typeface="Consolas"/>
              </a:rPr>
              <a:t> -9 [PID]</a:t>
            </a:r>
            <a:endParaRPr lang="cs-CZ" sz="2000" dirty="0"/>
          </a:p>
          <a:p>
            <a:r>
              <a:rPr lang="cs-CZ" sz="2000" dirty="0">
                <a:ea typeface="+mn-lt"/>
                <a:cs typeface="+mn-lt"/>
              </a:rPr>
              <a:t>K </a:t>
            </a:r>
            <a:r>
              <a:rPr lang="cs-CZ" sz="2000" dirty="0">
                <a:solidFill>
                  <a:srgbClr val="FF0000"/>
                </a:solidFill>
                <a:ea typeface="+mn-lt"/>
                <a:cs typeface="+mn-lt"/>
              </a:rPr>
              <a:t>hromadnému ukončení</a:t>
            </a:r>
            <a:r>
              <a:rPr lang="cs-CZ" sz="2000" dirty="0">
                <a:ea typeface="+mn-lt"/>
                <a:cs typeface="+mn-lt"/>
              </a:rPr>
              <a:t> všech instancí určitého programu lze využít </a:t>
            </a:r>
            <a:r>
              <a:rPr lang="cs-CZ" sz="2000" b="1" err="1">
                <a:latin typeface="Consolas"/>
              </a:rPr>
              <a:t>pkill</a:t>
            </a:r>
            <a:r>
              <a:rPr lang="cs-CZ" sz="2000" b="1" dirty="0">
                <a:latin typeface="Consolas"/>
              </a:rPr>
              <a:t> [</a:t>
            </a:r>
            <a:r>
              <a:rPr lang="cs-CZ" sz="2000" b="1" err="1">
                <a:latin typeface="Consolas"/>
              </a:rPr>
              <a:t>název_programu</a:t>
            </a:r>
            <a:r>
              <a:rPr lang="cs-CZ" sz="2000" b="1" dirty="0">
                <a:latin typeface="Consolas"/>
              </a:rPr>
              <a:t>]</a:t>
            </a:r>
            <a:r>
              <a:rPr lang="cs-CZ" sz="2000" dirty="0">
                <a:ea typeface="+mn-lt"/>
                <a:cs typeface="+mn-lt"/>
              </a:rPr>
              <a:t>, například </a:t>
            </a:r>
            <a:r>
              <a:rPr lang="cs-CZ" sz="2000" b="1" err="1">
                <a:latin typeface="Consolas"/>
              </a:rPr>
              <a:t>pkill</a:t>
            </a:r>
            <a:r>
              <a:rPr lang="cs-CZ" sz="2000" b="1" dirty="0">
                <a:latin typeface="Consolas"/>
              </a:rPr>
              <a:t> chrome</a:t>
            </a:r>
            <a:r>
              <a:rPr lang="cs-CZ" sz="2000" dirty="0">
                <a:ea typeface="+mn-lt"/>
                <a:cs typeface="+mn-lt"/>
              </a:rPr>
              <a:t> pro zavření všech otevřených oken prohlížeče Chrome</a:t>
            </a:r>
            <a:endParaRPr lang="cs-CZ" sz="2000" dirty="0"/>
          </a:p>
          <a:p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110106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541DB91-0B10-46D9-B34B-7BFF9602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15E581-1A3C-E3F0-158B-BACC20E2D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156" y="365125"/>
            <a:ext cx="5827643" cy="1433433"/>
          </a:xfrm>
        </p:spPr>
        <p:txBody>
          <a:bodyPr anchor="b">
            <a:normAutofit/>
          </a:bodyPr>
          <a:lstStyle/>
          <a:p>
            <a:r>
              <a:rPr lang="cs-CZ">
                <a:ea typeface="+mj-lt"/>
                <a:cs typeface="+mj-lt"/>
              </a:rPr>
              <a:t>Priority a jejich nastavení pro procesy v Linuxu</a:t>
            </a:r>
            <a:endParaRPr lang="cs-CZ"/>
          </a:p>
        </p:txBody>
      </p:sp>
      <p:pic>
        <p:nvPicPr>
          <p:cNvPr id="4" name="Obrázek 3" descr="Understanding Processes on Linux – devconnected">
            <a:extLst>
              <a:ext uri="{FF2B5EF4-FFF2-40B4-BE49-F238E27FC236}">
                <a16:creationId xmlns:a16="http://schemas.microsoft.com/office/drawing/2014/main" id="{85C45443-0BC2-6C33-83DF-D0547B427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3613243"/>
            <a:ext cx="4309533" cy="1788456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49DC7D-316D-063F-D8D3-77C2D72A4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6156" y="2055813"/>
            <a:ext cx="5827644" cy="41211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>
                <a:ea typeface="+mn-lt"/>
                <a:cs typeface="+mn-lt"/>
              </a:rPr>
              <a:t>Při spuštění procesu můžete nastavit jeho prioritu pomocí příkazu </a:t>
            </a:r>
            <a:r>
              <a:rPr lang="cs-CZ" sz="2000" b="1" dirty="0">
                <a:latin typeface="Consolas"/>
              </a:rPr>
              <a:t>nice</a:t>
            </a:r>
            <a:r>
              <a:rPr lang="cs-CZ" sz="2000" dirty="0">
                <a:ea typeface="+mn-lt"/>
                <a:cs typeface="+mn-lt"/>
              </a:rPr>
              <a:t>. Vyšší</a:t>
            </a:r>
            <a:r>
              <a:rPr lang="cs-CZ" sz="2000" dirty="0">
                <a:solidFill>
                  <a:srgbClr val="FF0000"/>
                </a:solidFill>
                <a:ea typeface="+mn-lt"/>
                <a:cs typeface="+mn-lt"/>
              </a:rPr>
              <a:t> prioritu</a:t>
            </a:r>
            <a:r>
              <a:rPr lang="cs-CZ" sz="2000" dirty="0">
                <a:ea typeface="+mn-lt"/>
                <a:cs typeface="+mn-lt"/>
              </a:rPr>
              <a:t> procesu nastavíte s hodnotou</a:t>
            </a:r>
            <a:r>
              <a:rPr lang="cs-CZ" sz="2000" b="1" dirty="0">
                <a:ea typeface="+mn-lt"/>
                <a:cs typeface="+mn-lt"/>
              </a:rPr>
              <a:t> </a:t>
            </a:r>
            <a:r>
              <a:rPr lang="cs-CZ" sz="2000" b="1" dirty="0">
                <a:latin typeface="Consolas"/>
              </a:rPr>
              <a:t>nice -n  -[hodnota] [příkaz]</a:t>
            </a:r>
            <a:r>
              <a:rPr lang="cs-CZ" sz="2000" dirty="0">
                <a:ea typeface="+mn-lt"/>
                <a:cs typeface="+mn-lt"/>
              </a:rPr>
              <a:t>, zatímco nižší prioritu se zadává kladným číslem. Výchozí hodnota priority je 0, nižší číslo znamená vyšší prioritu</a:t>
            </a:r>
          </a:p>
          <a:p>
            <a:r>
              <a:rPr lang="cs-CZ" sz="2000" dirty="0">
                <a:ea typeface="+mn-lt"/>
                <a:cs typeface="+mn-lt"/>
              </a:rPr>
              <a:t>Pro změnu priority již </a:t>
            </a:r>
            <a:r>
              <a:rPr lang="cs-CZ" sz="2000" dirty="0">
                <a:solidFill>
                  <a:srgbClr val="FF0000"/>
                </a:solidFill>
                <a:ea typeface="+mn-lt"/>
                <a:cs typeface="+mn-lt"/>
              </a:rPr>
              <a:t>běžícího procesu</a:t>
            </a:r>
            <a:r>
              <a:rPr lang="cs-CZ" sz="2000" dirty="0">
                <a:ea typeface="+mn-lt"/>
                <a:cs typeface="+mn-lt"/>
              </a:rPr>
              <a:t> slouží příkaz </a:t>
            </a:r>
            <a:r>
              <a:rPr lang="cs-CZ" sz="2000" b="1" dirty="0" err="1">
                <a:latin typeface="Consolas"/>
              </a:rPr>
              <a:t>renice</a:t>
            </a:r>
            <a:r>
              <a:rPr lang="cs-CZ" sz="2000" dirty="0">
                <a:ea typeface="+mn-lt"/>
                <a:cs typeface="+mn-lt"/>
              </a:rPr>
              <a:t>. Použijete formát </a:t>
            </a:r>
            <a:r>
              <a:rPr lang="cs-CZ" sz="2000" b="1" dirty="0" err="1">
                <a:latin typeface="Consolas"/>
              </a:rPr>
              <a:t>renice</a:t>
            </a:r>
            <a:r>
              <a:rPr lang="cs-CZ" sz="2000" b="1" dirty="0">
                <a:latin typeface="Consolas"/>
              </a:rPr>
              <a:t> [hodnota] -p [PID]</a:t>
            </a:r>
            <a:r>
              <a:rPr lang="cs-CZ" sz="2000" dirty="0">
                <a:ea typeface="+mn-lt"/>
                <a:cs typeface="+mn-lt"/>
              </a:rPr>
              <a:t>, kde</a:t>
            </a:r>
            <a:r>
              <a:rPr lang="cs-CZ" sz="2000" b="1" dirty="0">
                <a:ea typeface="+mn-lt"/>
                <a:cs typeface="+mn-lt"/>
              </a:rPr>
              <a:t> </a:t>
            </a:r>
            <a:r>
              <a:rPr lang="cs-CZ" sz="2000" b="1" dirty="0">
                <a:latin typeface="Consolas"/>
              </a:rPr>
              <a:t>PID</a:t>
            </a:r>
            <a:r>
              <a:rPr lang="cs-CZ" sz="2000" dirty="0">
                <a:ea typeface="+mn-lt"/>
                <a:cs typeface="+mn-lt"/>
              </a:rPr>
              <a:t> je identifikátor procesu. Změna priority ovlivňuje, jak často bude proces plánován k vykonávání jádrem, což může zvýšit nebo snížit jeho výkon podle potřeby</a:t>
            </a:r>
          </a:p>
        </p:txBody>
      </p:sp>
    </p:spTree>
    <p:extLst>
      <p:ext uri="{BB962C8B-B14F-4D97-AF65-F5344CB8AC3E}">
        <p14:creationId xmlns:p14="http://schemas.microsoft.com/office/powerpoint/2010/main" val="1876983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D4E611D-9257-AA7D-74E3-0D2C695C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cs-CZ">
                <a:ea typeface="+mj-lt"/>
                <a:cs typeface="+mj-lt"/>
              </a:rPr>
              <a:t>Výpis procesů a signály jádra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0F1CD7-33FF-9268-6B80-30ADD2ABC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1900" dirty="0">
                <a:ea typeface="+mn-lt"/>
                <a:cs typeface="+mn-lt"/>
              </a:rPr>
              <a:t>Pro zobrazení </a:t>
            </a:r>
            <a:r>
              <a:rPr lang="cs-CZ" sz="1900" dirty="0">
                <a:solidFill>
                  <a:srgbClr val="FF0000"/>
                </a:solidFill>
                <a:ea typeface="+mn-lt"/>
                <a:cs typeface="+mn-lt"/>
              </a:rPr>
              <a:t>běžících procesů</a:t>
            </a:r>
            <a:r>
              <a:rPr lang="cs-CZ" sz="1900" dirty="0">
                <a:ea typeface="+mn-lt"/>
                <a:cs typeface="+mn-lt"/>
              </a:rPr>
              <a:t> v terminálu můžete použít příkaz </a:t>
            </a:r>
            <a:r>
              <a:rPr lang="cs-CZ" sz="1900" b="1" dirty="0">
                <a:latin typeface="Consolas"/>
              </a:rPr>
              <a:t>top</a:t>
            </a:r>
            <a:r>
              <a:rPr lang="cs-CZ" sz="1900" dirty="0">
                <a:ea typeface="+mn-lt"/>
                <a:cs typeface="+mn-lt"/>
              </a:rPr>
              <a:t> nebo </a:t>
            </a:r>
            <a:r>
              <a:rPr lang="cs-CZ" sz="1900" b="1" err="1">
                <a:latin typeface="Consolas"/>
              </a:rPr>
              <a:t>htop</a:t>
            </a:r>
            <a:r>
              <a:rPr lang="cs-CZ" sz="1900" dirty="0">
                <a:ea typeface="+mn-lt"/>
                <a:cs typeface="+mn-lt"/>
              </a:rPr>
              <a:t>. Tento příkaz zobrazuje procesy v </a:t>
            </a:r>
            <a:r>
              <a:rPr lang="cs-CZ" sz="1900" dirty="0">
                <a:solidFill>
                  <a:srgbClr val="FF0000"/>
                </a:solidFill>
                <a:ea typeface="+mn-lt"/>
                <a:cs typeface="+mn-lt"/>
              </a:rPr>
              <a:t>reálném čase</a:t>
            </a:r>
            <a:r>
              <a:rPr lang="cs-CZ" sz="1900" dirty="0">
                <a:ea typeface="+mn-lt"/>
                <a:cs typeface="+mn-lt"/>
              </a:rPr>
              <a:t>, včetně využití CPU a paměti, a umožňuje dynamické sledování výkonu systému.</a:t>
            </a:r>
          </a:p>
          <a:p>
            <a:r>
              <a:rPr lang="cs-CZ" sz="1900" dirty="0">
                <a:ea typeface="+mn-lt"/>
                <a:cs typeface="+mn-lt"/>
              </a:rPr>
              <a:t>Jádro operačního systému </a:t>
            </a:r>
            <a:r>
              <a:rPr lang="cs-CZ" sz="1900" dirty="0">
                <a:solidFill>
                  <a:srgbClr val="FF0000"/>
                </a:solidFill>
                <a:ea typeface="+mn-lt"/>
                <a:cs typeface="+mn-lt"/>
              </a:rPr>
              <a:t>posílá signály </a:t>
            </a:r>
            <a:r>
              <a:rPr lang="cs-CZ" sz="1900" dirty="0">
                <a:ea typeface="+mn-lt"/>
                <a:cs typeface="+mn-lt"/>
              </a:rPr>
              <a:t>procesům, aby je ovládalo. Signály mohou informovat procesy o událostech, jako je ukončení nebo požadavek na znovu spuštění. Mezi </a:t>
            </a:r>
            <a:r>
              <a:rPr lang="cs-CZ" sz="1900" dirty="0">
                <a:solidFill>
                  <a:srgbClr val="FF0000"/>
                </a:solidFill>
                <a:ea typeface="+mn-lt"/>
                <a:cs typeface="+mn-lt"/>
              </a:rPr>
              <a:t>nejběžnější signály</a:t>
            </a:r>
            <a:r>
              <a:rPr lang="cs-CZ" sz="1900" dirty="0">
                <a:ea typeface="+mn-lt"/>
                <a:cs typeface="+mn-lt"/>
              </a:rPr>
              <a:t> patří </a:t>
            </a:r>
            <a:r>
              <a:rPr lang="cs-CZ" sz="1900" b="1" dirty="0">
                <a:ea typeface="+mn-lt"/>
                <a:cs typeface="+mn-lt"/>
              </a:rPr>
              <a:t>SIGTERM</a:t>
            </a:r>
            <a:r>
              <a:rPr lang="cs-CZ" sz="1900" dirty="0">
                <a:ea typeface="+mn-lt"/>
                <a:cs typeface="+mn-lt"/>
              </a:rPr>
              <a:t> pro žádost o ukončení a </a:t>
            </a:r>
            <a:r>
              <a:rPr lang="cs-CZ" sz="1900" b="1" dirty="0">
                <a:ea typeface="+mn-lt"/>
                <a:cs typeface="+mn-lt"/>
              </a:rPr>
              <a:t>SIGKILL</a:t>
            </a:r>
            <a:r>
              <a:rPr lang="cs-CZ" sz="1900" dirty="0">
                <a:ea typeface="+mn-lt"/>
                <a:cs typeface="+mn-lt"/>
              </a:rPr>
              <a:t> pro vynucené ukončení.</a:t>
            </a:r>
            <a:endParaRPr lang="cs-CZ" sz="1900" dirty="0"/>
          </a:p>
        </p:txBody>
      </p:sp>
      <p:pic>
        <p:nvPicPr>
          <p:cNvPr id="4" name="Obrázek 3" descr="Linux Signal Semantics — A Journey from Painstaking to Effortless | by  Sarosh Arif | Emumba">
            <a:extLst>
              <a:ext uri="{FF2B5EF4-FFF2-40B4-BE49-F238E27FC236}">
                <a16:creationId xmlns:a16="http://schemas.microsoft.com/office/drawing/2014/main" id="{D60FE2D3-D790-3616-0FF8-9EA5A2FD2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1202623"/>
            <a:ext cx="4737650" cy="447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28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D41CF8-5232-42BC-8D05-AFEDE2153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1256"/>
            <a:ext cx="12192000" cy="6869256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585B72D-4C8D-DB33-A70D-8ED441F2C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Praktické</a:t>
            </a: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video</a:t>
            </a:r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49237091-E62C-4878-AA4C-0B9995ADB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28801"/>
            <a:ext cx="10515600" cy="43624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nline médium 3" title="What is a Process in an Operating System?">
            <a:hlinkClick r:id="" action="ppaction://media"/>
            <a:extLst>
              <a:ext uri="{FF2B5EF4-FFF2-40B4-BE49-F238E27FC236}">
                <a16:creationId xmlns:a16="http://schemas.microsoft.com/office/drawing/2014/main" id="{571EFAFE-E1CE-BB5F-767F-B436BF50A69D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802542" y="2149222"/>
            <a:ext cx="6586916" cy="372160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342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2256B8-96D0-2396-ED66-54431A12A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Odkazy, které vám při studiu určitě pomohou 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A5D71C-113B-7DF1-1E8B-5484A0DC6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https://www.processmodel.com/blog/what-is-a-process/</a:t>
            </a:r>
            <a:endParaRPr lang="cs-CZ" dirty="0"/>
          </a:p>
          <a:p>
            <a:r>
              <a:rPr lang="cs-CZ" dirty="0">
                <a:hlinkClick r:id="rId3"/>
              </a:rPr>
              <a:t>https://www.tutorialspoint.com/operating_system/os_processes.htm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9412538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39245F95BBD0344A891E5361EBEF25A" ma:contentTypeVersion="15" ma:contentTypeDescription="Vytvoří nový dokument" ma:contentTypeScope="" ma:versionID="0317ec506558fad8a626349df93a6d35">
  <xsd:schema xmlns:xsd="http://www.w3.org/2001/XMLSchema" xmlns:xs="http://www.w3.org/2001/XMLSchema" xmlns:p="http://schemas.microsoft.com/office/2006/metadata/properties" xmlns:ns3="e4ce051f-df6f-45f4-8234-1fe038921a53" xmlns:ns4="456b7edb-8149-40bd-bd3f-24a5d06e72e9" targetNamespace="http://schemas.microsoft.com/office/2006/metadata/properties" ma:root="true" ma:fieldsID="9a20d9702317796294f2bbb1146f2827" ns3:_="" ns4:_="">
    <xsd:import namespace="e4ce051f-df6f-45f4-8234-1fe038921a53"/>
    <xsd:import namespace="456b7edb-8149-40bd-bd3f-24a5d06e72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ce051f-df6f-45f4-8234-1fe038921a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6b7edb-8149-40bd-bd3f-24a5d06e72e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ce051f-df6f-45f4-8234-1fe038921a53" xsi:nil="true"/>
  </documentManagement>
</p:properties>
</file>

<file path=customXml/itemProps1.xml><?xml version="1.0" encoding="utf-8"?>
<ds:datastoreItem xmlns:ds="http://schemas.openxmlformats.org/officeDocument/2006/customXml" ds:itemID="{647484F4-2DB5-4010-B670-AE96F21BBA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ce051f-df6f-45f4-8234-1fe038921a53"/>
    <ds:schemaRef ds:uri="456b7edb-8149-40bd-bd3f-24a5d06e72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3074A3-5090-4B14-8B9B-E803716918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579AC4-A2A1-4BF8-A714-0E87259114A8}">
  <ds:schemaRefs>
    <ds:schemaRef ds:uri="http://purl.org/dc/terms/"/>
    <ds:schemaRef ds:uri="http://purl.org/dc/dcmitype/"/>
    <ds:schemaRef ds:uri="e4ce051f-df6f-45f4-8234-1fe038921a53"/>
    <ds:schemaRef ds:uri="http://purl.org/dc/elements/1.1/"/>
    <ds:schemaRef ds:uri="456b7edb-8149-40bd-bd3f-24a5d06e72e9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497</Words>
  <Application>Microsoft Office PowerPoint</Application>
  <PresentationFormat>Širokoúhlá obrazovka</PresentationFormat>
  <Paragraphs>35</Paragraphs>
  <Slides>16</Slides>
  <Notes>1</Notes>
  <HiddenSlides>0</HiddenSlides>
  <MMClips>1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17" baseType="lpstr">
      <vt:lpstr>Motiv Office</vt:lpstr>
      <vt:lpstr>Správa procesů</vt:lpstr>
      <vt:lpstr>Co je proces?</vt:lpstr>
      <vt:lpstr>Vztah procesu a vlákna (thread)</vt:lpstr>
      <vt:lpstr>Základní parametry procesu</vt:lpstr>
      <vt:lpstr>Stavy procesu</vt:lpstr>
      <vt:lpstr>Spuštění procesu</vt:lpstr>
      <vt:lpstr>Přepínání mezi procesy na popředí a pozadí</vt:lpstr>
      <vt:lpstr>Ukončení procesu</vt:lpstr>
      <vt:lpstr>Úprava priority procesu</vt:lpstr>
      <vt:lpstr>Důležité nástroje a příkazy</vt:lpstr>
      <vt:lpstr>Identifikace procesů a základní příkazy</vt:lpstr>
      <vt:lpstr>Správa a ukončování procesů</vt:lpstr>
      <vt:lpstr>Priority a jejich nastavení pro procesy v Linuxu</vt:lpstr>
      <vt:lpstr>Výpis procesů a signály jádra</vt:lpstr>
      <vt:lpstr>Praktické video</vt:lpstr>
      <vt:lpstr>Odkazy, které vám při studiu určitě pomohou 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Vojtěch Šíma</dc:creator>
  <cp:lastModifiedBy>Vojtěch Šíma</cp:lastModifiedBy>
  <cp:revision>150</cp:revision>
  <dcterms:created xsi:type="dcterms:W3CDTF">2024-10-13T17:45:27Z</dcterms:created>
  <dcterms:modified xsi:type="dcterms:W3CDTF">2024-11-01T16:55:50Z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0x010100E39245F95BBD0344A891E5361EBEF25A</vt:lpwstr>
  </property>
</Properties>
</file>